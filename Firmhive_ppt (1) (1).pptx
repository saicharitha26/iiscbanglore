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335" r:id="rId5"/>
    <p:sldId id="336" r:id="rId6"/>
    <p:sldId id="337" r:id="rId7"/>
    <p:sldId id="311" r:id="rId8"/>
    <p:sldId id="332" r:id="rId9"/>
    <p:sldId id="333" r:id="rId10"/>
    <p:sldId id="334" r:id="rId11"/>
    <p:sldId id="317" r:id="rId12"/>
    <p:sldId id="318" r:id="rId13"/>
    <p:sldId id="319" r:id="rId14"/>
    <p:sldId id="310" r:id="rId15"/>
    <p:sldId id="312" r:id="rId16"/>
    <p:sldId id="329" r:id="rId17"/>
    <p:sldId id="270" r:id="rId18"/>
    <p:sldId id="271" r:id="rId1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C8148F-295D-48FE-9A85-B66E99476AEC}" v="64" dt="2026-02-18T06:17:48.120"/>
    <p1510:client id="{6EFC717D-3AD4-4070-8EDC-E31C0EB44CFA}" v="125" dt="2026-02-18T17:24:18.989"/>
    <p1510:client id="{B593BD2E-D8DE-42B2-BD7C-31F40BF1E1BF}" v="65" dt="2026-02-17T19:31:31.82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3741" autoAdjust="0"/>
  </p:normalViewPr>
  <p:slideViewPr>
    <p:cSldViewPr>
      <p:cViewPr varScale="1">
        <p:scale>
          <a:sx n="77" d="100"/>
          <a:sy n="77" d="100"/>
        </p:scale>
        <p:origin x="1397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itha kumavath" userId="aa9dcb7f648fd978" providerId="LiveId" clId="{2875EA2A-6BDC-490E-B59F-AD16EBAC8331}"/>
    <pc:docChg chg="undo custSel addSld delSld modSld sldOrd">
      <pc:chgData name="charitha kumavath" userId="aa9dcb7f648fd978" providerId="LiveId" clId="{2875EA2A-6BDC-490E-B59F-AD16EBAC8331}" dt="2026-02-18T17:24:18.989" v="2784" actId="1076"/>
      <pc:docMkLst>
        <pc:docMk/>
      </pc:docMkLst>
      <pc:sldChg chg="modSp mod">
        <pc:chgData name="charitha kumavath" userId="aa9dcb7f648fd978" providerId="LiveId" clId="{2875EA2A-6BDC-490E-B59F-AD16EBAC8331}" dt="2026-02-18T12:44:20.153" v="964" actId="1076"/>
        <pc:sldMkLst>
          <pc:docMk/>
          <pc:sldMk cId="0" sldId="256"/>
        </pc:sldMkLst>
        <pc:spChg chg="mod">
          <ac:chgData name="charitha kumavath" userId="aa9dcb7f648fd978" providerId="LiveId" clId="{2875EA2A-6BDC-490E-B59F-AD16EBAC8331}" dt="2026-02-18T12:44:10.035" v="963" actId="20577"/>
          <ac:spMkLst>
            <pc:docMk/>
            <pc:sldMk cId="0" sldId="256"/>
            <ac:spMk id="3" creationId="{00000000-0000-0000-0000-000000000000}"/>
          </ac:spMkLst>
        </pc:spChg>
        <pc:picChg chg="mod">
          <ac:chgData name="charitha kumavath" userId="aa9dcb7f648fd978" providerId="LiveId" clId="{2875EA2A-6BDC-490E-B59F-AD16EBAC8331}" dt="2026-02-18T12:44:20.153" v="964" actId="1076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charitha kumavath" userId="aa9dcb7f648fd978" providerId="LiveId" clId="{2875EA2A-6BDC-490E-B59F-AD16EBAC8331}" dt="2026-02-18T13:32:42.137" v="1526" actId="255"/>
        <pc:sldMkLst>
          <pc:docMk/>
          <pc:sldMk cId="0" sldId="257"/>
        </pc:sldMkLst>
        <pc:spChg chg="mod">
          <ac:chgData name="charitha kumavath" userId="aa9dcb7f648fd978" providerId="LiveId" clId="{2875EA2A-6BDC-490E-B59F-AD16EBAC8331}" dt="2026-02-18T13:32:42.137" v="1526" actId="255"/>
          <ac:spMkLst>
            <pc:docMk/>
            <pc:sldMk cId="0" sldId="257"/>
            <ac:spMk id="2" creationId="{00000000-0000-0000-0000-000000000000}"/>
          </ac:spMkLst>
        </pc:spChg>
      </pc:sldChg>
      <pc:sldChg chg="delSp modSp mod">
        <pc:chgData name="charitha kumavath" userId="aa9dcb7f648fd978" providerId="LiveId" clId="{2875EA2A-6BDC-490E-B59F-AD16EBAC8331}" dt="2026-02-18T13:32:24.287" v="1525" actId="2711"/>
        <pc:sldMkLst>
          <pc:docMk/>
          <pc:sldMk cId="0" sldId="258"/>
        </pc:sldMkLst>
        <pc:spChg chg="mod">
          <ac:chgData name="charitha kumavath" userId="aa9dcb7f648fd978" providerId="LiveId" clId="{2875EA2A-6BDC-490E-B59F-AD16EBAC8331}" dt="2026-02-18T13:32:24.287" v="1525" actId="2711"/>
          <ac:spMkLst>
            <pc:docMk/>
            <pc:sldMk cId="0" sldId="258"/>
            <ac:spMk id="6" creationId="{00000000-0000-0000-0000-000000000000}"/>
          </ac:spMkLst>
        </pc:spChg>
        <pc:picChg chg="del">
          <ac:chgData name="charitha kumavath" userId="aa9dcb7f648fd978" providerId="LiveId" clId="{2875EA2A-6BDC-490E-B59F-AD16EBAC8331}" dt="2026-02-18T10:20:52.719" v="0" actId="21"/>
          <ac:picMkLst>
            <pc:docMk/>
            <pc:sldMk cId="0" sldId="258"/>
            <ac:picMk id="5" creationId="{00000000-0000-0000-0000-000000000000}"/>
          </ac:picMkLst>
        </pc:picChg>
      </pc:sldChg>
      <pc:sldChg chg="modSp del mod">
        <pc:chgData name="charitha kumavath" userId="aa9dcb7f648fd978" providerId="LiveId" clId="{2875EA2A-6BDC-490E-B59F-AD16EBAC8331}" dt="2026-02-18T17:19:51.548" v="2751" actId="2696"/>
        <pc:sldMkLst>
          <pc:docMk/>
          <pc:sldMk cId="0" sldId="260"/>
        </pc:sldMkLst>
        <pc:graphicFrameChg chg="modGraphic">
          <ac:chgData name="charitha kumavath" userId="aa9dcb7f648fd978" providerId="LiveId" clId="{2875EA2A-6BDC-490E-B59F-AD16EBAC8331}" dt="2026-02-18T16:04:48.965" v="1707" actId="20577"/>
          <ac:graphicFrameMkLst>
            <pc:docMk/>
            <pc:sldMk cId="0" sldId="260"/>
            <ac:graphicFrameMk id="8" creationId="{1749A5C9-3AF1-4D61-32E1-91087380A596}"/>
          </ac:graphicFrameMkLst>
        </pc:graphicFrameChg>
      </pc:sldChg>
      <pc:sldChg chg="modSp del mod">
        <pc:chgData name="charitha kumavath" userId="aa9dcb7f648fd978" providerId="LiveId" clId="{2875EA2A-6BDC-490E-B59F-AD16EBAC8331}" dt="2026-02-18T17:19:54.614" v="2752" actId="2696"/>
        <pc:sldMkLst>
          <pc:docMk/>
          <pc:sldMk cId="0" sldId="261"/>
        </pc:sldMkLst>
        <pc:graphicFrameChg chg="mod modGraphic">
          <ac:chgData name="charitha kumavath" userId="aa9dcb7f648fd978" providerId="LiveId" clId="{2875EA2A-6BDC-490E-B59F-AD16EBAC8331}" dt="2026-02-18T16:06:30.034" v="1803" actId="20577"/>
          <ac:graphicFrameMkLst>
            <pc:docMk/>
            <pc:sldMk cId="0" sldId="261"/>
            <ac:graphicFrameMk id="8" creationId="{BCD0EB36-1133-DD18-6F5E-41420EE3A193}"/>
          </ac:graphicFrameMkLst>
        </pc:graphicFrameChg>
      </pc:sldChg>
      <pc:sldChg chg="modSp del mod">
        <pc:chgData name="charitha kumavath" userId="aa9dcb7f648fd978" providerId="LiveId" clId="{2875EA2A-6BDC-490E-B59F-AD16EBAC8331}" dt="2026-02-18T17:19:57.535" v="2753" actId="2696"/>
        <pc:sldMkLst>
          <pc:docMk/>
          <pc:sldMk cId="0" sldId="262"/>
        </pc:sldMkLst>
        <pc:graphicFrameChg chg="modGraphic">
          <ac:chgData name="charitha kumavath" userId="aa9dcb7f648fd978" providerId="LiveId" clId="{2875EA2A-6BDC-490E-B59F-AD16EBAC8331}" dt="2026-02-18T16:10:49.480" v="2038" actId="20577"/>
          <ac:graphicFrameMkLst>
            <pc:docMk/>
            <pc:sldMk cId="0" sldId="262"/>
            <ac:graphicFrameMk id="8" creationId="{066BF245-A3E4-9E04-561A-618935E0BD0A}"/>
          </ac:graphicFrameMkLst>
        </pc:graphicFrameChg>
      </pc:sldChg>
      <pc:sldChg chg="addSp delSp modSp mod ord">
        <pc:chgData name="charitha kumavath" userId="aa9dcb7f648fd978" providerId="LiveId" clId="{2875EA2A-6BDC-490E-B59F-AD16EBAC8331}" dt="2026-02-18T13:24:37.669" v="1133"/>
        <pc:sldMkLst>
          <pc:docMk/>
          <pc:sldMk cId="0" sldId="264"/>
        </pc:sldMkLst>
        <pc:spChg chg="mod">
          <ac:chgData name="charitha kumavath" userId="aa9dcb7f648fd978" providerId="LiveId" clId="{2875EA2A-6BDC-490E-B59F-AD16EBAC8331}" dt="2026-02-18T10:50:41.106" v="299" actId="20577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charitha kumavath" userId="aa9dcb7f648fd978" providerId="LiveId" clId="{2875EA2A-6BDC-490E-B59F-AD16EBAC8331}" dt="2026-02-18T10:29:09.795" v="77" actId="21"/>
          <ac:spMkLst>
            <pc:docMk/>
            <pc:sldMk cId="0" sldId="264"/>
            <ac:spMk id="5" creationId="{00000000-0000-0000-0000-000000000000}"/>
          </ac:spMkLst>
        </pc:spChg>
        <pc:spChg chg="add del mod">
          <ac:chgData name="charitha kumavath" userId="aa9dcb7f648fd978" providerId="LiveId" clId="{2875EA2A-6BDC-490E-B59F-AD16EBAC8331}" dt="2026-02-18T10:50:24.406" v="273"/>
          <ac:spMkLst>
            <pc:docMk/>
            <pc:sldMk cId="0" sldId="264"/>
            <ac:spMk id="7" creationId="{AC6403EF-FF77-D88E-E1DB-17524B7D54FD}"/>
          </ac:spMkLst>
        </pc:spChg>
        <pc:spChg chg="add mod">
          <ac:chgData name="charitha kumavath" userId="aa9dcb7f648fd978" providerId="LiveId" clId="{2875EA2A-6BDC-490E-B59F-AD16EBAC8331}" dt="2026-02-18T10:53:50.355" v="339" actId="1076"/>
          <ac:spMkLst>
            <pc:docMk/>
            <pc:sldMk cId="0" sldId="264"/>
            <ac:spMk id="9" creationId="{F0E2515A-3084-904B-9DED-2EEBDFAA5CFB}"/>
          </ac:spMkLst>
        </pc:spChg>
        <pc:picChg chg="add">
          <ac:chgData name="charitha kumavath" userId="aa9dcb7f648fd978" providerId="LiveId" clId="{2875EA2A-6BDC-490E-B59F-AD16EBAC8331}" dt="2026-02-18T10:50:23.312" v="271"/>
          <ac:picMkLst>
            <pc:docMk/>
            <pc:sldMk cId="0" sldId="264"/>
            <ac:picMk id="8" creationId="{0292D569-2641-BB88-32CD-21B9C24CCB36}"/>
          </ac:picMkLst>
        </pc:picChg>
      </pc:sldChg>
      <pc:sldChg chg="addSp delSp modSp mod">
        <pc:chgData name="charitha kumavath" userId="aa9dcb7f648fd978" providerId="LiveId" clId="{2875EA2A-6BDC-490E-B59F-AD16EBAC8331}" dt="2026-02-18T17:23:06.347" v="2776" actId="255"/>
        <pc:sldMkLst>
          <pc:docMk/>
          <pc:sldMk cId="0" sldId="269"/>
        </pc:sldMkLst>
        <pc:spChg chg="add mod">
          <ac:chgData name="charitha kumavath" userId="aa9dcb7f648fd978" providerId="LiveId" clId="{2875EA2A-6BDC-490E-B59F-AD16EBAC8331}" dt="2026-02-18T17:23:06.347" v="2776" actId="255"/>
          <ac:spMkLst>
            <pc:docMk/>
            <pc:sldMk cId="0" sldId="269"/>
            <ac:spMk id="5" creationId="{53054EB7-89B0-D0CD-A1C3-3EEC23DA1DD4}"/>
          </ac:spMkLst>
        </pc:spChg>
        <pc:spChg chg="del mod">
          <ac:chgData name="charitha kumavath" userId="aa9dcb7f648fd978" providerId="LiveId" clId="{2875EA2A-6BDC-490E-B59F-AD16EBAC8331}" dt="2026-02-18T17:22:56.720" v="2775"/>
          <ac:spMkLst>
            <pc:docMk/>
            <pc:sldMk cId="0" sldId="269"/>
            <ac:spMk id="8" creationId="{615424F3-A27E-FE83-3867-08DC509935E9}"/>
          </ac:spMkLst>
        </pc:spChg>
      </pc:sldChg>
      <pc:sldChg chg="modSp mod">
        <pc:chgData name="charitha kumavath" userId="aa9dcb7f648fd978" providerId="LiveId" clId="{2875EA2A-6BDC-490E-B59F-AD16EBAC8331}" dt="2026-02-18T13:35:38.607" v="1541" actId="255"/>
        <pc:sldMkLst>
          <pc:docMk/>
          <pc:sldMk cId="0" sldId="270"/>
        </pc:sldMkLst>
        <pc:spChg chg="mod">
          <ac:chgData name="charitha kumavath" userId="aa9dcb7f648fd978" providerId="LiveId" clId="{2875EA2A-6BDC-490E-B59F-AD16EBAC8331}" dt="2026-02-18T13:35:38.607" v="1541" actId="255"/>
          <ac:spMkLst>
            <pc:docMk/>
            <pc:sldMk cId="0" sldId="270"/>
            <ac:spMk id="5" creationId="{00000000-0000-0000-0000-000000000000}"/>
          </ac:spMkLst>
        </pc:spChg>
      </pc:sldChg>
      <pc:sldChg chg="del">
        <pc:chgData name="charitha kumavath" userId="aa9dcb7f648fd978" providerId="LiveId" clId="{2875EA2A-6BDC-490E-B59F-AD16EBAC8331}" dt="2026-02-18T17:20:03.556" v="2754" actId="2696"/>
        <pc:sldMkLst>
          <pc:docMk/>
          <pc:sldMk cId="3120781756" sldId="272"/>
        </pc:sldMkLst>
      </pc:sldChg>
      <pc:sldChg chg="del">
        <pc:chgData name="charitha kumavath" userId="aa9dcb7f648fd978" providerId="LiveId" clId="{2875EA2A-6BDC-490E-B59F-AD16EBAC8331}" dt="2026-02-18T17:20:06.162" v="2755" actId="2696"/>
        <pc:sldMkLst>
          <pc:docMk/>
          <pc:sldMk cId="2866502671" sldId="273"/>
        </pc:sldMkLst>
      </pc:sldChg>
      <pc:sldChg chg="del">
        <pc:chgData name="charitha kumavath" userId="aa9dcb7f648fd978" providerId="LiveId" clId="{2875EA2A-6BDC-490E-B59F-AD16EBAC8331}" dt="2026-02-18T17:20:09.748" v="2756" actId="2696"/>
        <pc:sldMkLst>
          <pc:docMk/>
          <pc:sldMk cId="1368934190" sldId="274"/>
        </pc:sldMkLst>
      </pc:sldChg>
      <pc:sldChg chg="del">
        <pc:chgData name="charitha kumavath" userId="aa9dcb7f648fd978" providerId="LiveId" clId="{2875EA2A-6BDC-490E-B59F-AD16EBAC8331}" dt="2026-02-18T17:20:12.960" v="2757" actId="2696"/>
        <pc:sldMkLst>
          <pc:docMk/>
          <pc:sldMk cId="2240855882" sldId="275"/>
        </pc:sldMkLst>
      </pc:sldChg>
      <pc:sldChg chg="modSp mod">
        <pc:chgData name="charitha kumavath" userId="aa9dcb7f648fd978" providerId="LiveId" clId="{2875EA2A-6BDC-490E-B59F-AD16EBAC8331}" dt="2026-02-18T13:33:06.578" v="1527" actId="2711"/>
        <pc:sldMkLst>
          <pc:docMk/>
          <pc:sldMk cId="3169650692" sldId="280"/>
        </pc:sldMkLst>
        <pc:spChg chg="mod">
          <ac:chgData name="charitha kumavath" userId="aa9dcb7f648fd978" providerId="LiveId" clId="{2875EA2A-6BDC-490E-B59F-AD16EBAC8331}" dt="2026-02-18T13:33:06.578" v="1527" actId="2711"/>
          <ac:spMkLst>
            <pc:docMk/>
            <pc:sldMk cId="3169650692" sldId="280"/>
            <ac:spMk id="6" creationId="{F8959872-4EF9-745A-6505-D0FED7F9499E}"/>
          </ac:spMkLst>
        </pc:spChg>
      </pc:sldChg>
      <pc:sldChg chg="addSp delSp modSp mod">
        <pc:chgData name="charitha kumavath" userId="aa9dcb7f648fd978" providerId="LiveId" clId="{2875EA2A-6BDC-490E-B59F-AD16EBAC8331}" dt="2026-02-18T17:24:18.989" v="2784" actId="1076"/>
        <pc:sldMkLst>
          <pc:docMk/>
          <pc:sldMk cId="468023631" sldId="296"/>
        </pc:sldMkLst>
        <pc:spChg chg="del mod">
          <ac:chgData name="charitha kumavath" userId="aa9dcb7f648fd978" providerId="LiveId" clId="{2875EA2A-6BDC-490E-B59F-AD16EBAC8331}" dt="2026-02-18T10:30:15.394" v="87" actId="21"/>
          <ac:spMkLst>
            <pc:docMk/>
            <pc:sldMk cId="468023631" sldId="296"/>
            <ac:spMk id="3" creationId="{03FC6F9D-A7D1-15EA-47D7-D95638E64E27}"/>
          </ac:spMkLst>
        </pc:spChg>
        <pc:spChg chg="add mod">
          <ac:chgData name="charitha kumavath" userId="aa9dcb7f648fd978" providerId="LiveId" clId="{2875EA2A-6BDC-490E-B59F-AD16EBAC8331}" dt="2026-02-18T17:24:18.989" v="2784" actId="1076"/>
          <ac:spMkLst>
            <pc:docMk/>
            <pc:sldMk cId="468023631" sldId="296"/>
            <ac:spMk id="3" creationId="{044CDC61-F21E-991F-3E7C-40644CCD0207}"/>
          </ac:spMkLst>
        </pc:spChg>
        <pc:spChg chg="add del mod">
          <ac:chgData name="charitha kumavath" userId="aa9dcb7f648fd978" providerId="LiveId" clId="{2875EA2A-6BDC-490E-B59F-AD16EBAC8331}" dt="2026-02-18T17:23:56.803" v="2779"/>
          <ac:spMkLst>
            <pc:docMk/>
            <pc:sldMk cId="468023631" sldId="296"/>
            <ac:spMk id="5" creationId="{7378D485-9490-C01C-C6A9-C6E89D317B1D}"/>
          </ac:spMkLst>
        </pc:spChg>
      </pc:sldChg>
      <pc:sldChg chg="del">
        <pc:chgData name="charitha kumavath" userId="aa9dcb7f648fd978" providerId="LiveId" clId="{2875EA2A-6BDC-490E-B59F-AD16EBAC8331}" dt="2026-02-18T17:20:15.543" v="2758" actId="2696"/>
        <pc:sldMkLst>
          <pc:docMk/>
          <pc:sldMk cId="10541074" sldId="297"/>
        </pc:sldMkLst>
      </pc:sldChg>
      <pc:sldChg chg="del">
        <pc:chgData name="charitha kumavath" userId="aa9dcb7f648fd978" providerId="LiveId" clId="{2875EA2A-6BDC-490E-B59F-AD16EBAC8331}" dt="2026-02-18T17:20:21.694" v="2760" actId="2696"/>
        <pc:sldMkLst>
          <pc:docMk/>
          <pc:sldMk cId="615535993" sldId="298"/>
        </pc:sldMkLst>
      </pc:sldChg>
      <pc:sldChg chg="del">
        <pc:chgData name="charitha kumavath" userId="aa9dcb7f648fd978" providerId="LiveId" clId="{2875EA2A-6BDC-490E-B59F-AD16EBAC8331}" dt="2026-02-18T17:20:18.945" v="2759" actId="2696"/>
        <pc:sldMkLst>
          <pc:docMk/>
          <pc:sldMk cId="152189785" sldId="299"/>
        </pc:sldMkLst>
      </pc:sldChg>
      <pc:sldChg chg="del">
        <pc:chgData name="charitha kumavath" userId="aa9dcb7f648fd978" providerId="LiveId" clId="{2875EA2A-6BDC-490E-B59F-AD16EBAC8331}" dt="2026-02-18T10:28:23.646" v="69" actId="2696"/>
        <pc:sldMkLst>
          <pc:docMk/>
          <pc:sldMk cId="969818487" sldId="300"/>
        </pc:sldMkLst>
      </pc:sldChg>
      <pc:sldChg chg="addSp delSp modSp mod">
        <pc:chgData name="charitha kumavath" userId="aa9dcb7f648fd978" providerId="LiveId" clId="{2875EA2A-6BDC-490E-B59F-AD16EBAC8331}" dt="2026-02-18T13:34:17.146" v="1534" actId="1076"/>
        <pc:sldMkLst>
          <pc:docMk/>
          <pc:sldMk cId="1669379299" sldId="301"/>
        </pc:sldMkLst>
        <pc:spChg chg="mod">
          <ac:chgData name="charitha kumavath" userId="aa9dcb7f648fd978" providerId="LiveId" clId="{2875EA2A-6BDC-490E-B59F-AD16EBAC8331}" dt="2026-02-18T11:04:12.868" v="556" actId="20577"/>
          <ac:spMkLst>
            <pc:docMk/>
            <pc:sldMk cId="1669379299" sldId="301"/>
            <ac:spMk id="2" creationId="{8B1F0538-0846-3150-892F-FB5222C8CE72}"/>
          </ac:spMkLst>
        </pc:spChg>
        <pc:spChg chg="del mod">
          <ac:chgData name="charitha kumavath" userId="aa9dcb7f648fd978" providerId="LiveId" clId="{2875EA2A-6BDC-490E-B59F-AD16EBAC8331}" dt="2026-02-18T10:29:26.478" v="81" actId="21"/>
          <ac:spMkLst>
            <pc:docMk/>
            <pc:sldMk cId="1669379299" sldId="301"/>
            <ac:spMk id="5" creationId="{2488CA95-F932-56B9-229E-A3D4B652A98E}"/>
          </ac:spMkLst>
        </pc:spChg>
        <pc:spChg chg="add mod">
          <ac:chgData name="charitha kumavath" userId="aa9dcb7f648fd978" providerId="LiveId" clId="{2875EA2A-6BDC-490E-B59F-AD16EBAC8331}" dt="2026-02-18T13:34:17.146" v="1534" actId="1076"/>
          <ac:spMkLst>
            <pc:docMk/>
            <pc:sldMk cId="1669379299" sldId="301"/>
            <ac:spMk id="7" creationId="{6398F16A-5469-A4DC-59D3-815A6E5C153A}"/>
          </ac:spMkLst>
        </pc:spChg>
      </pc:sldChg>
      <pc:sldChg chg="del">
        <pc:chgData name="charitha kumavath" userId="aa9dcb7f648fd978" providerId="LiveId" clId="{2875EA2A-6BDC-490E-B59F-AD16EBAC8331}" dt="2026-02-18T10:28:40.793" v="73" actId="2696"/>
        <pc:sldMkLst>
          <pc:docMk/>
          <pc:sldMk cId="2417056616" sldId="302"/>
        </pc:sldMkLst>
      </pc:sldChg>
      <pc:sldChg chg="addSp delSp modSp del mod">
        <pc:chgData name="charitha kumavath" userId="aa9dcb7f648fd978" providerId="LiveId" clId="{2875EA2A-6BDC-490E-B59F-AD16EBAC8331}" dt="2026-02-18T13:24:57.235" v="1136" actId="2696"/>
        <pc:sldMkLst>
          <pc:docMk/>
          <pc:sldMk cId="3810542339" sldId="304"/>
        </pc:sldMkLst>
        <pc:spChg chg="add mod">
          <ac:chgData name="charitha kumavath" userId="aa9dcb7f648fd978" providerId="LiveId" clId="{2875EA2A-6BDC-490E-B59F-AD16EBAC8331}" dt="2026-02-18T12:00:33.880" v="900" actId="2711"/>
          <ac:spMkLst>
            <pc:docMk/>
            <pc:sldMk cId="3810542339" sldId="304"/>
            <ac:spMk id="5" creationId="{17EF6B90-1990-1240-E5FE-C819BD7E53F2}"/>
          </ac:spMkLst>
        </pc:spChg>
        <pc:spChg chg="del mod">
          <ac:chgData name="charitha kumavath" userId="aa9dcb7f648fd978" providerId="LiveId" clId="{2875EA2A-6BDC-490E-B59F-AD16EBAC8331}" dt="2026-02-18T10:29:19.292" v="79" actId="21"/>
          <ac:spMkLst>
            <pc:docMk/>
            <pc:sldMk cId="3810542339" sldId="304"/>
            <ac:spMk id="5" creationId="{4AF86FBD-6544-653D-93F1-3D7F3546C363}"/>
          </ac:spMkLst>
        </pc:spChg>
      </pc:sldChg>
      <pc:sldChg chg="del">
        <pc:chgData name="charitha kumavath" userId="aa9dcb7f648fd978" providerId="LiveId" clId="{2875EA2A-6BDC-490E-B59F-AD16EBAC8331}" dt="2026-02-18T10:28:20.164" v="68" actId="2696"/>
        <pc:sldMkLst>
          <pc:docMk/>
          <pc:sldMk cId="4292908576" sldId="305"/>
        </pc:sldMkLst>
      </pc:sldChg>
      <pc:sldChg chg="delSp modSp del mod">
        <pc:chgData name="charitha kumavath" userId="aa9dcb7f648fd978" providerId="LiveId" clId="{2875EA2A-6BDC-490E-B59F-AD16EBAC8331}" dt="2026-02-18T11:03:59.441" v="533" actId="2696"/>
        <pc:sldMkLst>
          <pc:docMk/>
          <pc:sldMk cId="495822010" sldId="306"/>
        </pc:sldMkLst>
        <pc:spChg chg="del mod">
          <ac:chgData name="charitha kumavath" userId="aa9dcb7f648fd978" providerId="LiveId" clId="{2875EA2A-6BDC-490E-B59F-AD16EBAC8331}" dt="2026-02-18T10:29:33.827" v="83" actId="21"/>
          <ac:spMkLst>
            <pc:docMk/>
            <pc:sldMk cId="495822010" sldId="306"/>
            <ac:spMk id="5" creationId="{04C315A8-3C3D-B449-ED4D-AB5ACE2559A1}"/>
          </ac:spMkLst>
        </pc:spChg>
      </pc:sldChg>
      <pc:sldChg chg="del">
        <pc:chgData name="charitha kumavath" userId="aa9dcb7f648fd978" providerId="LiveId" clId="{2875EA2A-6BDC-490E-B59F-AD16EBAC8331}" dt="2026-02-18T10:28:51.605" v="75" actId="2696"/>
        <pc:sldMkLst>
          <pc:docMk/>
          <pc:sldMk cId="2157264060" sldId="307"/>
        </pc:sldMkLst>
      </pc:sldChg>
      <pc:sldChg chg="del">
        <pc:chgData name="charitha kumavath" userId="aa9dcb7f648fd978" providerId="LiveId" clId="{2875EA2A-6BDC-490E-B59F-AD16EBAC8331}" dt="2026-02-18T10:28:45.462" v="74" actId="2696"/>
        <pc:sldMkLst>
          <pc:docMk/>
          <pc:sldMk cId="4179899733" sldId="308"/>
        </pc:sldMkLst>
      </pc:sldChg>
      <pc:sldChg chg="del">
        <pc:chgData name="charitha kumavath" userId="aa9dcb7f648fd978" providerId="LiveId" clId="{2875EA2A-6BDC-490E-B59F-AD16EBAC8331}" dt="2026-02-18T10:28:36.565" v="72" actId="2696"/>
        <pc:sldMkLst>
          <pc:docMk/>
          <pc:sldMk cId="2622861946" sldId="309"/>
        </pc:sldMkLst>
      </pc:sldChg>
      <pc:sldChg chg="addSp delSp modSp mod">
        <pc:chgData name="charitha kumavath" userId="aa9dcb7f648fd978" providerId="LiveId" clId="{2875EA2A-6BDC-490E-B59F-AD16EBAC8331}" dt="2026-02-18T13:34:28.018" v="1535" actId="2711"/>
        <pc:sldMkLst>
          <pc:docMk/>
          <pc:sldMk cId="2043558220" sldId="310"/>
        </pc:sldMkLst>
        <pc:spChg chg="mod">
          <ac:chgData name="charitha kumavath" userId="aa9dcb7f648fd978" providerId="LiveId" clId="{2875EA2A-6BDC-490E-B59F-AD16EBAC8331}" dt="2026-02-18T13:24:28.911" v="1131" actId="20577"/>
          <ac:spMkLst>
            <pc:docMk/>
            <pc:sldMk cId="2043558220" sldId="310"/>
            <ac:spMk id="2" creationId="{6BD6D106-E8E5-40FD-26C2-7F41F01A9746}"/>
          </ac:spMkLst>
        </pc:spChg>
        <pc:spChg chg="del mod">
          <ac:chgData name="charitha kumavath" userId="aa9dcb7f648fd978" providerId="LiveId" clId="{2875EA2A-6BDC-490E-B59F-AD16EBAC8331}" dt="2026-02-18T10:30:01.720" v="85" actId="21"/>
          <ac:spMkLst>
            <pc:docMk/>
            <pc:sldMk cId="2043558220" sldId="310"/>
            <ac:spMk id="5" creationId="{6A655F3A-8756-7446-EA82-30569980E203}"/>
          </ac:spMkLst>
        </pc:spChg>
        <pc:spChg chg="add">
          <ac:chgData name="charitha kumavath" userId="aa9dcb7f648fd978" providerId="LiveId" clId="{2875EA2A-6BDC-490E-B59F-AD16EBAC8331}" dt="2026-02-18T13:11:17.248" v="976"/>
          <ac:spMkLst>
            <pc:docMk/>
            <pc:sldMk cId="2043558220" sldId="310"/>
            <ac:spMk id="5" creationId="{FB183020-5FC1-09B8-CF42-69AA4C5DEF56}"/>
          </ac:spMkLst>
        </pc:spChg>
        <pc:spChg chg="add del mod">
          <ac:chgData name="charitha kumavath" userId="aa9dcb7f648fd978" providerId="LiveId" clId="{2875EA2A-6BDC-490E-B59F-AD16EBAC8331}" dt="2026-02-18T13:13:30.954" v="1016" actId="20577"/>
          <ac:spMkLst>
            <pc:docMk/>
            <pc:sldMk cId="2043558220" sldId="310"/>
            <ac:spMk id="7" creationId="{73C4614B-7E7F-11B5-07D9-0B39D302849B}"/>
          </ac:spMkLst>
        </pc:spChg>
        <pc:spChg chg="add del mod">
          <ac:chgData name="charitha kumavath" userId="aa9dcb7f648fd978" providerId="LiveId" clId="{2875EA2A-6BDC-490E-B59F-AD16EBAC8331}" dt="2026-02-18T13:12:09.835" v="984" actId="21"/>
          <ac:spMkLst>
            <pc:docMk/>
            <pc:sldMk cId="2043558220" sldId="310"/>
            <ac:spMk id="8" creationId="{01E05DAD-CDC2-5712-6CE3-64E587FE1B59}"/>
          </ac:spMkLst>
        </pc:spChg>
        <pc:spChg chg="add mod">
          <ac:chgData name="charitha kumavath" userId="aa9dcb7f648fd978" providerId="LiveId" clId="{2875EA2A-6BDC-490E-B59F-AD16EBAC8331}" dt="2026-02-18T13:12:21.542" v="990" actId="1076"/>
          <ac:spMkLst>
            <pc:docMk/>
            <pc:sldMk cId="2043558220" sldId="310"/>
            <ac:spMk id="9" creationId="{01E05DAD-CDC2-5712-6CE3-64E587FE1B59}"/>
          </ac:spMkLst>
        </pc:spChg>
        <pc:spChg chg="add del mod">
          <ac:chgData name="charitha kumavath" userId="aa9dcb7f648fd978" providerId="LiveId" clId="{2875EA2A-6BDC-490E-B59F-AD16EBAC8331}" dt="2026-02-18T13:12:29.400" v="992" actId="21"/>
          <ac:spMkLst>
            <pc:docMk/>
            <pc:sldMk cId="2043558220" sldId="310"/>
            <ac:spMk id="10" creationId="{AE532F23-11C7-367B-9C16-5D6720FDAB97}"/>
          </ac:spMkLst>
        </pc:spChg>
        <pc:spChg chg="add mod">
          <ac:chgData name="charitha kumavath" userId="aa9dcb7f648fd978" providerId="LiveId" clId="{2875EA2A-6BDC-490E-B59F-AD16EBAC8331}" dt="2026-02-18T13:34:28.018" v="1535" actId="2711"/>
          <ac:spMkLst>
            <pc:docMk/>
            <pc:sldMk cId="2043558220" sldId="310"/>
            <ac:spMk id="11" creationId="{185478E0-90C6-C69B-C90A-6EDB23059F21}"/>
          </ac:spMkLst>
        </pc:spChg>
        <pc:spChg chg="add del mod">
          <ac:chgData name="charitha kumavath" userId="aa9dcb7f648fd978" providerId="LiveId" clId="{2875EA2A-6BDC-490E-B59F-AD16EBAC8331}" dt="2026-02-18T13:22:21.571" v="1094"/>
          <ac:spMkLst>
            <pc:docMk/>
            <pc:sldMk cId="2043558220" sldId="310"/>
            <ac:spMk id="12" creationId="{2E9709CA-1E2B-BE01-AE6F-78259A23BFF5}"/>
          </ac:spMkLst>
        </pc:spChg>
        <pc:picChg chg="add del mod">
          <ac:chgData name="charitha kumavath" userId="aa9dcb7f648fd978" providerId="LiveId" clId="{2875EA2A-6BDC-490E-B59F-AD16EBAC8331}" dt="2026-02-18T13:23:45.032" v="1097" actId="21"/>
          <ac:picMkLst>
            <pc:docMk/>
            <pc:sldMk cId="2043558220" sldId="310"/>
            <ac:picMk id="13" creationId="{862EDA37-9C5F-ADC0-9FFF-43AA2F2373BB}"/>
          </ac:picMkLst>
        </pc:picChg>
      </pc:sldChg>
      <pc:sldChg chg="addSp delSp modSp add mod modClrScheme chgLayout">
        <pc:chgData name="charitha kumavath" userId="aa9dcb7f648fd978" providerId="LiveId" clId="{2875EA2A-6BDC-490E-B59F-AD16EBAC8331}" dt="2026-02-18T16:14:47.927" v="2043" actId="700"/>
        <pc:sldMkLst>
          <pc:docMk/>
          <pc:sldMk cId="1249215279" sldId="311"/>
        </pc:sldMkLst>
        <pc:spChg chg="mod ord">
          <ac:chgData name="charitha kumavath" userId="aa9dcb7f648fd978" providerId="LiveId" clId="{2875EA2A-6BDC-490E-B59F-AD16EBAC8331}" dt="2026-02-18T16:14:47.927" v="2043" actId="700"/>
          <ac:spMkLst>
            <pc:docMk/>
            <pc:sldMk cId="1249215279" sldId="311"/>
            <ac:spMk id="2" creationId="{A2C76A51-3DC7-F58A-4FFA-2A2CA1684A03}"/>
          </ac:spMkLst>
        </pc:spChg>
        <pc:spChg chg="add del mod">
          <ac:chgData name="charitha kumavath" userId="aa9dcb7f648fd978" providerId="LiveId" clId="{2875EA2A-6BDC-490E-B59F-AD16EBAC8331}" dt="2026-02-18T10:23:37.433" v="5"/>
          <ac:spMkLst>
            <pc:docMk/>
            <pc:sldMk cId="1249215279" sldId="311"/>
            <ac:spMk id="5" creationId="{E406060C-BBF6-FFB5-51D4-E680FCC3EEEB}"/>
          </ac:spMkLst>
        </pc:spChg>
        <pc:spChg chg="del">
          <ac:chgData name="charitha kumavath" userId="aa9dcb7f648fd978" providerId="LiveId" clId="{2875EA2A-6BDC-490E-B59F-AD16EBAC8331}" dt="2026-02-18T10:21:07.875" v="2" actId="21"/>
          <ac:spMkLst>
            <pc:docMk/>
            <pc:sldMk cId="1249215279" sldId="311"/>
            <ac:spMk id="6" creationId="{1A42F1D1-F509-C984-81B0-506BB5B9D6C3}"/>
          </ac:spMkLst>
        </pc:spChg>
        <pc:spChg chg="mod ord">
          <ac:chgData name="charitha kumavath" userId="aa9dcb7f648fd978" providerId="LiveId" clId="{2875EA2A-6BDC-490E-B59F-AD16EBAC8331}" dt="2026-02-18T16:14:47.927" v="2043" actId="700"/>
          <ac:spMkLst>
            <pc:docMk/>
            <pc:sldMk cId="1249215279" sldId="311"/>
            <ac:spMk id="7" creationId="{B75A2EBE-DF2F-1903-DD39-3B15BEE303C4}"/>
          </ac:spMkLst>
        </pc:spChg>
        <pc:spChg chg="add del mod">
          <ac:chgData name="charitha kumavath" userId="aa9dcb7f648fd978" providerId="LiveId" clId="{2875EA2A-6BDC-490E-B59F-AD16EBAC8331}" dt="2026-02-18T10:23:49.508" v="9"/>
          <ac:spMkLst>
            <pc:docMk/>
            <pc:sldMk cId="1249215279" sldId="311"/>
            <ac:spMk id="8" creationId="{DA016B54-49DC-2945-FE1C-96C63EA25583}"/>
          </ac:spMkLst>
        </pc:spChg>
        <pc:spChg chg="add mod">
          <ac:chgData name="charitha kumavath" userId="aa9dcb7f648fd978" providerId="LiveId" clId="{2875EA2A-6BDC-490E-B59F-AD16EBAC8331}" dt="2026-02-18T10:25:26.350" v="26" actId="1076"/>
          <ac:spMkLst>
            <pc:docMk/>
            <pc:sldMk cId="1249215279" sldId="311"/>
            <ac:spMk id="10" creationId="{0EEB8053-D571-14E2-78FB-EA36FB87E38E}"/>
          </ac:spMkLst>
        </pc:spChg>
        <pc:picChg chg="add">
          <ac:chgData name="charitha kumavath" userId="aa9dcb7f648fd978" providerId="LiveId" clId="{2875EA2A-6BDC-490E-B59F-AD16EBAC8331}" dt="2026-02-18T10:23:48.005" v="7"/>
          <ac:picMkLst>
            <pc:docMk/>
            <pc:sldMk cId="1249215279" sldId="311"/>
            <ac:picMk id="9" creationId="{B8E7DF2A-5590-4AEF-BD2A-0E9F96161F2F}"/>
          </ac:picMkLst>
        </pc:picChg>
      </pc:sldChg>
      <pc:sldChg chg="addSp delSp modSp add mod ord">
        <pc:chgData name="charitha kumavath" userId="aa9dcb7f648fd978" providerId="LiveId" clId="{2875EA2A-6BDC-490E-B59F-AD16EBAC8331}" dt="2026-02-18T13:23:40.665" v="1096"/>
        <pc:sldMkLst>
          <pc:docMk/>
          <pc:sldMk cId="2478601576" sldId="312"/>
        </pc:sldMkLst>
        <pc:spChg chg="mod">
          <ac:chgData name="charitha kumavath" userId="aa9dcb7f648fd978" providerId="LiveId" clId="{2875EA2A-6BDC-490E-B59F-AD16EBAC8331}" dt="2026-02-18T10:28:03.798" v="67" actId="20577"/>
          <ac:spMkLst>
            <pc:docMk/>
            <pc:sldMk cId="2478601576" sldId="312"/>
            <ac:spMk id="3" creationId="{E58C42BD-DF76-603D-53D6-6ACDDF10B80D}"/>
          </ac:spMkLst>
        </pc:spChg>
        <pc:spChg chg="del">
          <ac:chgData name="charitha kumavath" userId="aa9dcb7f648fd978" providerId="LiveId" clId="{2875EA2A-6BDC-490E-B59F-AD16EBAC8331}" dt="2026-02-18T10:26:53.105" v="41" actId="21"/>
          <ac:spMkLst>
            <pc:docMk/>
            <pc:sldMk cId="2478601576" sldId="312"/>
            <ac:spMk id="6" creationId="{F4D68DBB-7856-A1F3-8259-FD59DECC9E72}"/>
          </ac:spMkLst>
        </pc:spChg>
        <pc:spChg chg="add del mod">
          <ac:chgData name="charitha kumavath" userId="aa9dcb7f648fd978" providerId="LiveId" clId="{2875EA2A-6BDC-490E-B59F-AD16EBAC8331}" dt="2026-02-18T10:27:28.660" v="47"/>
          <ac:spMkLst>
            <pc:docMk/>
            <pc:sldMk cId="2478601576" sldId="312"/>
            <ac:spMk id="8" creationId="{7DA8CBF0-BAD3-8672-7FA6-304BBDDA792D}"/>
          </ac:spMkLst>
        </pc:spChg>
        <pc:spChg chg="add mod">
          <ac:chgData name="charitha kumavath" userId="aa9dcb7f648fd978" providerId="LiveId" clId="{2875EA2A-6BDC-490E-B59F-AD16EBAC8331}" dt="2026-02-18T10:53:21.905" v="328" actId="1076"/>
          <ac:spMkLst>
            <pc:docMk/>
            <pc:sldMk cId="2478601576" sldId="312"/>
            <ac:spMk id="12" creationId="{090A3B93-48C4-9A03-28C2-C1352716BB43}"/>
          </ac:spMkLst>
        </pc:spChg>
        <pc:picChg chg="add del">
          <ac:chgData name="charitha kumavath" userId="aa9dcb7f648fd978" providerId="LiveId" clId="{2875EA2A-6BDC-490E-B59F-AD16EBAC8331}" dt="2026-02-18T10:27:28.597" v="45" actId="21"/>
          <ac:picMkLst>
            <pc:docMk/>
            <pc:sldMk cId="2478601576" sldId="312"/>
            <ac:picMk id="10" creationId="{F0BFB5F8-74C3-D7C5-FAD3-9FBACDC2F581}"/>
          </ac:picMkLst>
        </pc:picChg>
        <pc:picChg chg="add mod">
          <ac:chgData name="charitha kumavath" userId="aa9dcb7f648fd978" providerId="LiveId" clId="{2875EA2A-6BDC-490E-B59F-AD16EBAC8331}" dt="2026-02-18T10:52:34.698" v="315" actId="1076"/>
          <ac:picMkLst>
            <pc:docMk/>
            <pc:sldMk cId="2478601576" sldId="312"/>
            <ac:picMk id="11" creationId="{AAAC2F39-1FB8-9D91-3A72-60269DE8C2FC}"/>
          </ac:picMkLst>
        </pc:picChg>
      </pc:sldChg>
      <pc:sldChg chg="addSp delSp modSp add mod ord">
        <pc:chgData name="charitha kumavath" userId="aa9dcb7f648fd978" providerId="LiveId" clId="{2875EA2A-6BDC-490E-B59F-AD16EBAC8331}" dt="2026-02-18T13:24:42.371" v="1135"/>
        <pc:sldMkLst>
          <pc:docMk/>
          <pc:sldMk cId="1585842914" sldId="313"/>
        </pc:sldMkLst>
        <pc:spChg chg="mod">
          <ac:chgData name="charitha kumavath" userId="aa9dcb7f648fd978" providerId="LiveId" clId="{2875EA2A-6BDC-490E-B59F-AD16EBAC8331}" dt="2026-02-18T10:55:06.985" v="381" actId="20577"/>
          <ac:spMkLst>
            <pc:docMk/>
            <pc:sldMk cId="1585842914" sldId="313"/>
            <ac:spMk id="2" creationId="{0B4B935C-4C66-CC3C-B1BE-0C13B3C56418}"/>
          </ac:spMkLst>
        </pc:spChg>
        <pc:spChg chg="add del mod">
          <ac:chgData name="charitha kumavath" userId="aa9dcb7f648fd978" providerId="LiveId" clId="{2875EA2A-6BDC-490E-B59F-AD16EBAC8331}" dt="2026-02-18T10:52:22.030" v="313"/>
          <ac:spMkLst>
            <pc:docMk/>
            <pc:sldMk cId="1585842914" sldId="313"/>
            <ac:spMk id="5" creationId="{DD506B0F-BA70-2DCD-C6E0-6860E1FB2595}"/>
          </ac:spMkLst>
        </pc:spChg>
        <pc:spChg chg="add mod">
          <ac:chgData name="charitha kumavath" userId="aa9dcb7f648fd978" providerId="LiveId" clId="{2875EA2A-6BDC-490E-B59F-AD16EBAC8331}" dt="2026-02-18T10:54:19.041" v="350" actId="1076"/>
          <ac:spMkLst>
            <pc:docMk/>
            <pc:sldMk cId="1585842914" sldId="313"/>
            <ac:spMk id="8" creationId="{182B2DA9-FD95-7E2D-7C2B-E897CD813705}"/>
          </ac:spMkLst>
        </pc:spChg>
        <pc:picChg chg="add mod">
          <ac:chgData name="charitha kumavath" userId="aa9dcb7f648fd978" providerId="LiveId" clId="{2875EA2A-6BDC-490E-B59F-AD16EBAC8331}" dt="2026-02-18T10:52:20.819" v="311" actId="1076"/>
          <ac:picMkLst>
            <pc:docMk/>
            <pc:sldMk cId="1585842914" sldId="313"/>
            <ac:picMk id="7" creationId="{506974B8-49EC-9DD4-29A7-98C01BD92487}"/>
          </ac:picMkLst>
        </pc:picChg>
      </pc:sldChg>
      <pc:sldChg chg="add del">
        <pc:chgData name="charitha kumavath" userId="aa9dcb7f648fd978" providerId="LiveId" clId="{2875EA2A-6BDC-490E-B59F-AD16EBAC8331}" dt="2026-02-18T10:28:33.554" v="71" actId="2696"/>
        <pc:sldMkLst>
          <pc:docMk/>
          <pc:sldMk cId="2205156832" sldId="313"/>
        </pc:sldMkLst>
      </pc:sldChg>
      <pc:sldChg chg="addSp modSp new del mod">
        <pc:chgData name="charitha kumavath" userId="aa9dcb7f648fd978" providerId="LiveId" clId="{2875EA2A-6BDC-490E-B59F-AD16EBAC8331}" dt="2026-02-18T17:09:04.759" v="2611" actId="2696"/>
        <pc:sldMkLst>
          <pc:docMk/>
          <pc:sldMk cId="313903776" sldId="314"/>
        </pc:sldMkLst>
        <pc:spChg chg="mod">
          <ac:chgData name="charitha kumavath" userId="aa9dcb7f648fd978" providerId="LiveId" clId="{2875EA2A-6BDC-490E-B59F-AD16EBAC8331}" dt="2026-02-18T13:45:53.325" v="1562" actId="1076"/>
          <ac:spMkLst>
            <pc:docMk/>
            <pc:sldMk cId="313903776" sldId="314"/>
            <ac:spMk id="2" creationId="{6AF60B90-1BE3-1BFE-50CD-DDBDDA76F8D8}"/>
          </ac:spMkLst>
        </pc:spChg>
        <pc:picChg chg="add">
          <ac:chgData name="charitha kumavath" userId="aa9dcb7f648fd978" providerId="LiveId" clId="{2875EA2A-6BDC-490E-B59F-AD16EBAC8331}" dt="2026-02-18T13:45:10.048" v="1543" actId="22"/>
          <ac:picMkLst>
            <pc:docMk/>
            <pc:sldMk cId="313903776" sldId="314"/>
            <ac:picMk id="5" creationId="{B36D5283-0F41-F931-95B1-8E418B69F2E3}"/>
          </ac:picMkLst>
        </pc:picChg>
      </pc:sldChg>
      <pc:sldChg chg="addSp delSp add del mod">
        <pc:chgData name="charitha kumavath" userId="aa9dcb7f648fd978" providerId="LiveId" clId="{2875EA2A-6BDC-490E-B59F-AD16EBAC8331}" dt="2026-02-18T17:09:08.214" v="2612" actId="2696"/>
        <pc:sldMkLst>
          <pc:docMk/>
          <pc:sldMk cId="3053217367" sldId="315"/>
        </pc:sldMkLst>
        <pc:spChg chg="add">
          <ac:chgData name="charitha kumavath" userId="aa9dcb7f648fd978" providerId="LiveId" clId="{2875EA2A-6BDC-490E-B59F-AD16EBAC8331}" dt="2026-02-18T16:13:59.008" v="2042" actId="22"/>
          <ac:spMkLst>
            <pc:docMk/>
            <pc:sldMk cId="3053217367" sldId="315"/>
            <ac:spMk id="6" creationId="{ADC33A84-A70C-15DA-81E8-FB0F071A8AA7}"/>
          </ac:spMkLst>
        </pc:spChg>
        <pc:picChg chg="add del">
          <ac:chgData name="charitha kumavath" userId="aa9dcb7f648fd978" providerId="LiveId" clId="{2875EA2A-6BDC-490E-B59F-AD16EBAC8331}" dt="2026-02-18T16:13:49.282" v="2041" actId="478"/>
          <ac:picMkLst>
            <pc:docMk/>
            <pc:sldMk cId="3053217367" sldId="315"/>
            <ac:picMk id="5" creationId="{855C7197-BD11-E4BB-6A30-6A1835C47076}"/>
          </ac:picMkLst>
        </pc:picChg>
      </pc:sldChg>
      <pc:sldChg chg="addSp delSp modSp new mod">
        <pc:chgData name="charitha kumavath" userId="aa9dcb7f648fd978" providerId="LiveId" clId="{2875EA2A-6BDC-490E-B59F-AD16EBAC8331}" dt="2026-02-18T17:17:33.543" v="2726" actId="255"/>
        <pc:sldMkLst>
          <pc:docMk/>
          <pc:sldMk cId="2281306645" sldId="316"/>
        </pc:sldMkLst>
        <pc:spChg chg="add mod">
          <ac:chgData name="charitha kumavath" userId="aa9dcb7f648fd978" providerId="LiveId" clId="{2875EA2A-6BDC-490E-B59F-AD16EBAC8331}" dt="2026-02-18T17:17:33.543" v="2726" actId="255"/>
          <ac:spMkLst>
            <pc:docMk/>
            <pc:sldMk cId="2281306645" sldId="316"/>
            <ac:spMk id="4" creationId="{1202D35B-6AB4-DAB3-60EF-DE3390931552}"/>
          </ac:spMkLst>
        </pc:spChg>
        <pc:graphicFrameChg chg="add del mod modGraphic">
          <ac:chgData name="charitha kumavath" userId="aa9dcb7f648fd978" providerId="LiveId" clId="{2875EA2A-6BDC-490E-B59F-AD16EBAC8331}" dt="2026-02-18T16:15:36.269" v="2050" actId="21"/>
          <ac:graphicFrameMkLst>
            <pc:docMk/>
            <pc:sldMk cId="2281306645" sldId="316"/>
            <ac:graphicFrameMk id="2" creationId="{0ED5782E-AA94-5125-8860-4AC6D7AC149B}"/>
          </ac:graphicFrameMkLst>
        </pc:graphicFrameChg>
        <pc:graphicFrameChg chg="add mod modGraphic">
          <ac:chgData name="charitha kumavath" userId="aa9dcb7f648fd978" providerId="LiveId" clId="{2875EA2A-6BDC-490E-B59F-AD16EBAC8331}" dt="2026-02-18T16:37:05.258" v="2191"/>
          <ac:graphicFrameMkLst>
            <pc:docMk/>
            <pc:sldMk cId="2281306645" sldId="316"/>
            <ac:graphicFrameMk id="3" creationId="{09E27E5D-5FC5-0A19-E8FD-9E352201394A}"/>
          </ac:graphicFrameMkLst>
        </pc:graphicFrameChg>
      </pc:sldChg>
      <pc:sldChg chg="addSp modSp add mod">
        <pc:chgData name="charitha kumavath" userId="aa9dcb7f648fd978" providerId="LiveId" clId="{2875EA2A-6BDC-490E-B59F-AD16EBAC8331}" dt="2026-02-18T17:18:31.261" v="2734" actId="1076"/>
        <pc:sldMkLst>
          <pc:docMk/>
          <pc:sldMk cId="1353028695" sldId="317"/>
        </pc:sldMkLst>
        <pc:spChg chg="add mod">
          <ac:chgData name="charitha kumavath" userId="aa9dcb7f648fd978" providerId="LiveId" clId="{2875EA2A-6BDC-490E-B59F-AD16EBAC8331}" dt="2026-02-18T17:18:31.261" v="2734" actId="1076"/>
          <ac:spMkLst>
            <pc:docMk/>
            <pc:sldMk cId="1353028695" sldId="317"/>
            <ac:spMk id="2" creationId="{E36E8B68-AEC4-E881-81DD-251843A06E82}"/>
          </ac:spMkLst>
        </pc:spChg>
        <pc:graphicFrameChg chg="mod modGraphic">
          <ac:chgData name="charitha kumavath" userId="aa9dcb7f648fd978" providerId="LiveId" clId="{2875EA2A-6BDC-490E-B59F-AD16EBAC8331}" dt="2026-02-18T16:43:39.110" v="2300"/>
          <ac:graphicFrameMkLst>
            <pc:docMk/>
            <pc:sldMk cId="1353028695" sldId="317"/>
            <ac:graphicFrameMk id="3" creationId="{3EB629C4-1B61-32BF-71CD-E786F074D3E4}"/>
          </ac:graphicFrameMkLst>
        </pc:graphicFrameChg>
      </pc:sldChg>
      <pc:sldChg chg="addSp modSp add mod">
        <pc:chgData name="charitha kumavath" userId="aa9dcb7f648fd978" providerId="LiveId" clId="{2875EA2A-6BDC-490E-B59F-AD16EBAC8331}" dt="2026-02-18T17:18:54.476" v="2739" actId="255"/>
        <pc:sldMkLst>
          <pc:docMk/>
          <pc:sldMk cId="118850670" sldId="318"/>
        </pc:sldMkLst>
        <pc:spChg chg="add mod">
          <ac:chgData name="charitha kumavath" userId="aa9dcb7f648fd978" providerId="LiveId" clId="{2875EA2A-6BDC-490E-B59F-AD16EBAC8331}" dt="2026-02-18T17:18:54.476" v="2739" actId="255"/>
          <ac:spMkLst>
            <pc:docMk/>
            <pc:sldMk cId="118850670" sldId="318"/>
            <ac:spMk id="2" creationId="{063F9215-65F8-7359-14C9-5F2343C5935A}"/>
          </ac:spMkLst>
        </pc:spChg>
        <pc:graphicFrameChg chg="mod modGraphic">
          <ac:chgData name="charitha kumavath" userId="aa9dcb7f648fd978" providerId="LiveId" clId="{2875EA2A-6BDC-490E-B59F-AD16EBAC8331}" dt="2026-02-18T16:56:11.722" v="2496"/>
          <ac:graphicFrameMkLst>
            <pc:docMk/>
            <pc:sldMk cId="118850670" sldId="318"/>
            <ac:graphicFrameMk id="3" creationId="{4392FC98-5522-9BAE-D102-96726D5F54E6}"/>
          </ac:graphicFrameMkLst>
        </pc:graphicFrameChg>
      </pc:sldChg>
      <pc:sldChg chg="addSp modSp add mod">
        <pc:chgData name="charitha kumavath" userId="aa9dcb7f648fd978" providerId="LiveId" clId="{2875EA2A-6BDC-490E-B59F-AD16EBAC8331}" dt="2026-02-18T17:19:16.210" v="2744" actId="255"/>
        <pc:sldMkLst>
          <pc:docMk/>
          <pc:sldMk cId="1057211423" sldId="319"/>
        </pc:sldMkLst>
        <pc:spChg chg="add mod">
          <ac:chgData name="charitha kumavath" userId="aa9dcb7f648fd978" providerId="LiveId" clId="{2875EA2A-6BDC-490E-B59F-AD16EBAC8331}" dt="2026-02-18T17:19:16.210" v="2744" actId="255"/>
          <ac:spMkLst>
            <pc:docMk/>
            <pc:sldMk cId="1057211423" sldId="319"/>
            <ac:spMk id="2" creationId="{09001D0F-594B-E056-9864-270578A32BCC}"/>
          </ac:spMkLst>
        </pc:spChg>
        <pc:graphicFrameChg chg="mod modGraphic">
          <ac:chgData name="charitha kumavath" userId="aa9dcb7f648fd978" providerId="LiveId" clId="{2875EA2A-6BDC-490E-B59F-AD16EBAC8331}" dt="2026-02-18T17:08:55.448" v="2610"/>
          <ac:graphicFrameMkLst>
            <pc:docMk/>
            <pc:sldMk cId="1057211423" sldId="319"/>
            <ac:graphicFrameMk id="3" creationId="{3E8E04B1-93CA-AD73-ECC8-7E8CB33BEACF}"/>
          </ac:graphicFrameMkLst>
        </pc:graphicFrameChg>
      </pc:sldChg>
      <pc:sldChg chg="addSp modSp add mod">
        <pc:chgData name="charitha kumavath" userId="aa9dcb7f648fd978" providerId="LiveId" clId="{2875EA2A-6BDC-490E-B59F-AD16EBAC8331}" dt="2026-02-18T17:19:43.543" v="2750" actId="1076"/>
        <pc:sldMkLst>
          <pc:docMk/>
          <pc:sldMk cId="4094593000" sldId="320"/>
        </pc:sldMkLst>
        <pc:spChg chg="add mod">
          <ac:chgData name="charitha kumavath" userId="aa9dcb7f648fd978" providerId="LiveId" clId="{2875EA2A-6BDC-490E-B59F-AD16EBAC8331}" dt="2026-02-18T17:19:43.543" v="2750" actId="1076"/>
          <ac:spMkLst>
            <pc:docMk/>
            <pc:sldMk cId="4094593000" sldId="320"/>
            <ac:spMk id="2" creationId="{AF9DEE4A-8E3F-FDF9-DAF1-1C160B35DEBA}"/>
          </ac:spMkLst>
        </pc:spChg>
        <pc:graphicFrameChg chg="mod modGraphic">
          <ac:chgData name="charitha kumavath" userId="aa9dcb7f648fd978" providerId="LiveId" clId="{2875EA2A-6BDC-490E-B59F-AD16EBAC8331}" dt="2026-02-18T17:16:40.420" v="2702"/>
          <ac:graphicFrameMkLst>
            <pc:docMk/>
            <pc:sldMk cId="4094593000" sldId="320"/>
            <ac:graphicFrameMk id="3" creationId="{4663F20E-76B9-B6C3-D0E7-6029149BD6C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3C6817-3DC6-4656-A0E3-B0D78FAD1E23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BF62E-B9A3-4DC2-9A17-97D11AE0C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70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BF62E-B9A3-4DC2-9A17-97D11AE0C2C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56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BF62E-B9A3-4DC2-9A17-97D11AE0C2C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078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spc="-10"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dirty="0"/>
              <a:t>NIT</a:t>
            </a:r>
            <a:r>
              <a:rPr spc="-65" dirty="0"/>
              <a:t> </a:t>
            </a:r>
            <a:r>
              <a:rPr spc="-10" dirty="0"/>
              <a:t>Raipur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spc="-10"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dirty="0"/>
              <a:t>NIT</a:t>
            </a:r>
            <a:r>
              <a:rPr spc="-65" dirty="0"/>
              <a:t> </a:t>
            </a:r>
            <a:r>
              <a:rPr spc="-10" dirty="0"/>
              <a:t>Raipur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spc="-10"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dirty="0"/>
              <a:t>NIT</a:t>
            </a:r>
            <a:r>
              <a:rPr spc="-65" dirty="0"/>
              <a:t> </a:t>
            </a:r>
            <a:r>
              <a:rPr spc="-10" dirty="0"/>
              <a:t>Raipur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spc="-10"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dirty="0"/>
              <a:t>NIT</a:t>
            </a:r>
            <a:r>
              <a:rPr spc="-65" dirty="0"/>
              <a:t> </a:t>
            </a:r>
            <a:r>
              <a:rPr spc="-10" dirty="0"/>
              <a:t>Raipur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spc="-10"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dirty="0"/>
              <a:t>NIT</a:t>
            </a:r>
            <a:r>
              <a:rPr spc="-65" dirty="0"/>
              <a:t> </a:t>
            </a:r>
            <a:r>
              <a:rPr spc="-10" dirty="0"/>
              <a:t>Raipur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762000"/>
          </a:xfrm>
          <a:custGeom>
            <a:avLst/>
            <a:gdLst/>
            <a:ahLst/>
            <a:cxnLst/>
            <a:rect l="l" t="t" r="r" b="b"/>
            <a:pathLst>
              <a:path w="9144000" h="762000">
                <a:moveTo>
                  <a:pt x="9144000" y="0"/>
                </a:moveTo>
                <a:lnTo>
                  <a:pt x="0" y="0"/>
                </a:lnTo>
                <a:lnTo>
                  <a:pt x="0" y="762000"/>
                </a:lnTo>
                <a:lnTo>
                  <a:pt x="9144000" y="762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29921"/>
            <a:ext cx="7553959" cy="636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34489" y="6574263"/>
            <a:ext cx="5873750" cy="27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spc="-10"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dirty="0"/>
              <a:t>NIT</a:t>
            </a:r>
            <a:r>
              <a:rPr spc="-65" dirty="0"/>
              <a:t> </a:t>
            </a:r>
            <a:r>
              <a:rPr spc="-10" dirty="0"/>
              <a:t>Raipur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511.18438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hare.google/bkHhlAhAGn0T2w4Qj" TargetMode="External"/><Relationship Id="rId5" Type="http://schemas.openxmlformats.org/officeDocument/2006/relationships/hyperlink" Target="https://goc.com.vn/product/rex670/" TargetMode="External"/><Relationship Id="rId4" Type="http://schemas.openxmlformats.org/officeDocument/2006/relationships/hyperlink" Target="https://share.google/uYqG80JOnIXzRf7de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02206"/>
            <a:ext cx="9144000" cy="10668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182" y="1477806"/>
            <a:ext cx="9144000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000" b="1" dirty="0"/>
              <a:t>FIRMWAREHIVE: EVALUATION OF AN LLM-BASED TREE-OF-AGENTS    FRAMEWORK FOR AUTONOMOUS FIRMWARE SECURITY ANALYSIS</a:t>
            </a:r>
            <a:endParaRPr sz="2000" b="1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363669"/>
            <a:ext cx="3656965" cy="9105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55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001F5F"/>
                </a:solidFill>
                <a:latin typeface="Times New Roman"/>
                <a:cs typeface="Times New Roman"/>
              </a:rPr>
              <a:t>PRESENTED</a:t>
            </a:r>
            <a:r>
              <a:rPr lang="en-IN" sz="1800" b="1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BY</a:t>
            </a:r>
            <a:r>
              <a:rPr sz="18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: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395"/>
              </a:lnSpc>
            </a:pPr>
            <a:r>
              <a:rPr sz="2000" dirty="0">
                <a:latin typeface="Times New Roman"/>
                <a:cs typeface="Times New Roman"/>
              </a:rPr>
              <a:t>Kumavath Sai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Charitha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endParaRPr lang="en-US" sz="2000" spc="-10" dirty="0">
              <a:latin typeface="Times New Roman"/>
              <a:cs typeface="Times New Roman"/>
            </a:endParaRPr>
          </a:p>
          <a:p>
            <a:pPr marL="12700">
              <a:lnSpc>
                <a:spcPts val="2395"/>
              </a:lnSpc>
            </a:pPr>
            <a:r>
              <a:rPr lang="en-IN" sz="2000" spc="-10" dirty="0">
                <a:latin typeface="Times New Roman"/>
                <a:cs typeface="Times New Roman"/>
              </a:rPr>
              <a:t>Pre Doctoral Intern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6401" y="4643802"/>
            <a:ext cx="3047999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00"/>
              </a:spcBef>
            </a:pPr>
            <a:r>
              <a:rPr lang="en-IN" sz="1800" b="1" dirty="0">
                <a:solidFill>
                  <a:srgbClr val="001F5F"/>
                </a:solidFill>
                <a:latin typeface="Times New Roman"/>
                <a:cs typeface="Times New Roman"/>
              </a:rPr>
              <a:t>GUIDED</a:t>
            </a:r>
            <a:r>
              <a:rPr lang="en-IN" sz="1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BY</a:t>
            </a:r>
            <a:r>
              <a:rPr sz="18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:</a:t>
            </a:r>
            <a:endParaRPr sz="1800" dirty="0">
              <a:latin typeface="Times New Roman"/>
              <a:cs typeface="Times New Roman"/>
            </a:endParaRPr>
          </a:p>
          <a:p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lang="en-US" sz="1800" spc="-50" dirty="0">
                <a:latin typeface="Times New Roman"/>
                <a:cs typeface="Times New Roman"/>
              </a:rPr>
              <a:t>            </a:t>
            </a:r>
            <a:r>
              <a:rPr lang="en-IN" sz="1800" dirty="0"/>
              <a:t>Haresh </a:t>
            </a:r>
            <a:r>
              <a:rPr lang="en-IN" sz="1800" dirty="0" err="1"/>
              <a:t>Dagale</a:t>
            </a:r>
            <a:r>
              <a:rPr lang="en-IN" sz="1800" dirty="0"/>
              <a:t> sir</a:t>
            </a:r>
          </a:p>
          <a:p>
            <a:r>
              <a:rPr lang="en-IN" sz="1800" dirty="0"/>
              <a:t>   Principal Research Scientist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13738" y="130556"/>
            <a:ext cx="5641340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8565" marR="5080" indent="-2475865">
              <a:lnSpc>
                <a:spcPct val="100000"/>
              </a:lnSpc>
              <a:spcBef>
                <a:spcPts val="100"/>
              </a:spcBef>
            </a:pPr>
            <a:r>
              <a:rPr sz="3500" dirty="0">
                <a:solidFill>
                  <a:srgbClr val="1F487C"/>
                </a:solidFill>
                <a:latin typeface="Times New Roman"/>
                <a:cs typeface="Times New Roman"/>
              </a:rPr>
              <a:t>PROJECT</a:t>
            </a:r>
            <a:r>
              <a:rPr sz="3500" spc="-10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3500" spc="-55" dirty="0">
                <a:solidFill>
                  <a:srgbClr val="1F487C"/>
                </a:solidFill>
                <a:latin typeface="Times New Roman"/>
                <a:cs typeface="Times New Roman"/>
              </a:rPr>
              <a:t>PRESENTATION </a:t>
            </a:r>
            <a:r>
              <a:rPr sz="3500" spc="-25" dirty="0">
                <a:solidFill>
                  <a:srgbClr val="1F487C"/>
                </a:solidFill>
                <a:latin typeface="Times New Roman"/>
                <a:cs typeface="Times New Roman"/>
              </a:rPr>
              <a:t>ON</a:t>
            </a:r>
            <a:endParaRPr sz="35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5845175"/>
            <a:ext cx="9144000" cy="1012825"/>
            <a:chOff x="0" y="5845175"/>
            <a:chExt cx="9144000" cy="1012825"/>
          </a:xfrm>
        </p:grpSpPr>
        <p:sp>
          <p:nvSpPr>
            <p:cNvPr id="8" name="object 8"/>
            <p:cNvSpPr/>
            <p:nvPr/>
          </p:nvSpPr>
          <p:spPr>
            <a:xfrm>
              <a:off x="0" y="5851524"/>
              <a:ext cx="9144000" cy="1006475"/>
            </a:xfrm>
            <a:custGeom>
              <a:avLst/>
              <a:gdLst/>
              <a:ahLst/>
              <a:cxnLst/>
              <a:rect l="l" t="t" r="r" b="b"/>
              <a:pathLst>
                <a:path w="9144000" h="1006475">
                  <a:moveTo>
                    <a:pt x="9144000" y="0"/>
                  </a:moveTo>
                  <a:lnTo>
                    <a:pt x="0" y="0"/>
                  </a:lnTo>
                  <a:lnTo>
                    <a:pt x="0" y="1006474"/>
                  </a:lnTo>
                  <a:lnTo>
                    <a:pt x="9144000" y="100647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5845174"/>
              <a:ext cx="9144000" cy="1012825"/>
            </a:xfrm>
            <a:custGeom>
              <a:avLst/>
              <a:gdLst/>
              <a:ahLst/>
              <a:cxnLst/>
              <a:rect l="l" t="t" r="r" b="b"/>
              <a:pathLst>
                <a:path w="9144000" h="1012825">
                  <a:moveTo>
                    <a:pt x="9144000" y="0"/>
                  </a:moveTo>
                  <a:lnTo>
                    <a:pt x="9137650" y="0"/>
                  </a:lnTo>
                  <a:lnTo>
                    <a:pt x="9137650" y="12700"/>
                  </a:lnTo>
                  <a:lnTo>
                    <a:pt x="9137650" y="1006475"/>
                  </a:lnTo>
                  <a:lnTo>
                    <a:pt x="6350" y="1006475"/>
                  </a:lnTo>
                  <a:lnTo>
                    <a:pt x="6350" y="12700"/>
                  </a:lnTo>
                  <a:lnTo>
                    <a:pt x="9137650" y="12700"/>
                  </a:lnTo>
                  <a:lnTo>
                    <a:pt x="9137650" y="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006475"/>
                  </a:lnTo>
                  <a:lnTo>
                    <a:pt x="0" y="1012825"/>
                  </a:lnTo>
                  <a:lnTo>
                    <a:pt x="6350" y="1012825"/>
                  </a:lnTo>
                  <a:lnTo>
                    <a:pt x="9137650" y="1012825"/>
                  </a:lnTo>
                  <a:lnTo>
                    <a:pt x="9144000" y="1012825"/>
                  </a:lnTo>
                  <a:lnTo>
                    <a:pt x="9144000" y="1006475"/>
                  </a:lnTo>
                  <a:lnTo>
                    <a:pt x="9144000" y="127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966722" y="5877864"/>
            <a:ext cx="521271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/>
                <a:cs typeface="Times New Roman"/>
              </a:rPr>
              <a:t>Department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lang="en-US" sz="2000" spc="-55" dirty="0">
                <a:latin typeface="Times New Roman"/>
                <a:cs typeface="Times New Roman"/>
              </a:rPr>
              <a:t>Electronics System </a:t>
            </a:r>
            <a:r>
              <a:rPr sz="2000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lang="en-US" sz="2000" dirty="0">
                <a:latin typeface="Times New Roman"/>
                <a:cs typeface="Times New Roman"/>
              </a:rPr>
              <a:t>Indian Institute Of Science</a:t>
            </a:r>
            <a:endParaRPr sz="2000" dirty="0">
              <a:latin typeface="Times New Roman"/>
              <a:cs typeface="Times New Roman"/>
            </a:endParaRPr>
          </a:p>
          <a:p>
            <a:pPr marL="1238250">
              <a:lnSpc>
                <a:spcPct val="100000"/>
              </a:lnSpc>
            </a:pPr>
            <a:r>
              <a:rPr lang="en-US" sz="2000" spc="-20" dirty="0">
                <a:latin typeface="Times New Roman"/>
                <a:cs typeface="Times New Roman"/>
              </a:rPr>
              <a:t>     </a:t>
            </a:r>
            <a:r>
              <a:rPr lang="en-US" sz="2000" spc="-20" dirty="0" err="1">
                <a:latin typeface="Times New Roman"/>
                <a:cs typeface="Times New Roman"/>
              </a:rPr>
              <a:t>Banglore</a:t>
            </a:r>
            <a:r>
              <a:rPr sz="2000" spc="-20" dirty="0">
                <a:latin typeface="Times New Roman"/>
                <a:cs typeface="Times New Roman"/>
              </a:rPr>
              <a:t> -</a:t>
            </a:r>
            <a:r>
              <a:rPr lang="en-IN" sz="2000" dirty="0"/>
              <a:t>560012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79F799-371B-3DD0-95D8-4A82F08E0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798" y="2768576"/>
            <a:ext cx="17145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62000"/>
            <a:ext cx="9142475" cy="69326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ct val="100000"/>
              </a:lnSpc>
              <a:spcBef>
                <a:spcPts val="100"/>
              </a:spcBef>
              <a:buSzPct val="116666"/>
              <a:buFont typeface="Wingdings"/>
              <a:buChar char=""/>
              <a:tabLst>
                <a:tab pos="441325" algn="l"/>
              </a:tabLst>
            </a:pPr>
            <a:r>
              <a:rPr sz="2000" spc="-10" dirty="0">
                <a:solidFill>
                  <a:srgbClr val="0F243E"/>
                </a:solidFill>
                <a:latin typeface="Times New Roman"/>
                <a:cs typeface="Times New Roman"/>
              </a:rPr>
              <a:t>Introduction</a:t>
            </a:r>
            <a:endParaRPr lang="en-US" sz="2000" spc="-10" dirty="0">
              <a:solidFill>
                <a:srgbClr val="0F243E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SzPct val="116666"/>
              <a:tabLst>
                <a:tab pos="441325" algn="l"/>
              </a:tabLst>
            </a:pPr>
            <a:endParaRPr lang="en-US" sz="2000" spc="-10" dirty="0">
              <a:solidFill>
                <a:srgbClr val="0F243E"/>
              </a:solidFill>
              <a:latin typeface="Times New Roman"/>
              <a:cs typeface="Times New Roman"/>
            </a:endParaRPr>
          </a:p>
          <a:p>
            <a:pPr marL="441325" indent="-428625">
              <a:lnSpc>
                <a:spcPct val="100000"/>
              </a:lnSpc>
              <a:spcBef>
                <a:spcPts val="100"/>
              </a:spcBef>
              <a:buSzPct val="116666"/>
              <a:buFont typeface="Wingdings"/>
              <a:buChar char=""/>
              <a:tabLst>
                <a:tab pos="441325" algn="l"/>
              </a:tabLst>
            </a:pPr>
            <a:r>
              <a:rPr lang="en-IN" sz="2000" spc="-10" dirty="0">
                <a:solidFill>
                  <a:srgbClr val="0F243E"/>
                </a:solidFill>
                <a:latin typeface="Times New Roman"/>
                <a:cs typeface="Times New Roman"/>
              </a:rPr>
              <a:t>Motivation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SzPct val="116666"/>
              <a:tabLst>
                <a:tab pos="441325" algn="l"/>
              </a:tabLst>
            </a:pPr>
            <a:endParaRPr lang="en-IN" sz="2000" spc="-10" dirty="0">
              <a:solidFill>
                <a:srgbClr val="0F243E"/>
              </a:solidFill>
              <a:latin typeface="Times New Roman"/>
              <a:cs typeface="Times New Roman"/>
            </a:endParaRPr>
          </a:p>
          <a:p>
            <a:pPr marL="441325" indent="-428625">
              <a:lnSpc>
                <a:spcPct val="100000"/>
              </a:lnSpc>
              <a:spcBef>
                <a:spcPts val="100"/>
              </a:spcBef>
              <a:buSzPct val="116666"/>
              <a:buFont typeface="Wingdings"/>
              <a:buChar char=""/>
              <a:tabLst>
                <a:tab pos="441325" algn="l"/>
              </a:tabLst>
            </a:pPr>
            <a:r>
              <a:rPr lang="en-IN" sz="2000" spc="-10" dirty="0">
                <a:solidFill>
                  <a:srgbClr val="0F243E"/>
                </a:solidFill>
                <a:latin typeface="Times New Roman"/>
                <a:cs typeface="Times New Roman"/>
              </a:rPr>
              <a:t>Objective &amp; Problem Statement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SzPct val="116666"/>
              <a:tabLst>
                <a:tab pos="441325" algn="l"/>
              </a:tabLst>
            </a:pPr>
            <a:endParaRPr lang="en-IN" sz="2000" spc="-10" dirty="0">
              <a:solidFill>
                <a:srgbClr val="0F243E"/>
              </a:solidFill>
              <a:latin typeface="Times New Roman"/>
              <a:cs typeface="Times New Roman"/>
            </a:endParaRPr>
          </a:p>
          <a:p>
            <a:pPr marL="441325" indent="-428625">
              <a:lnSpc>
                <a:spcPct val="100000"/>
              </a:lnSpc>
              <a:spcBef>
                <a:spcPts val="100"/>
              </a:spcBef>
              <a:buSzPct val="116666"/>
              <a:buFont typeface="Wingdings"/>
              <a:buChar char=""/>
              <a:tabLst>
                <a:tab pos="441325" algn="l"/>
              </a:tabLst>
            </a:pPr>
            <a:r>
              <a:rPr lang="en-IN" sz="2000" spc="-10" dirty="0">
                <a:solidFill>
                  <a:srgbClr val="0F243E"/>
                </a:solidFill>
                <a:latin typeface="Times New Roman"/>
                <a:cs typeface="Times New Roman"/>
              </a:rPr>
              <a:t>Literature Survey</a:t>
            </a:r>
            <a:endParaRPr sz="2000" dirty="0">
              <a:latin typeface="Times New Roman"/>
              <a:cs typeface="Times New Roman"/>
            </a:endParaRPr>
          </a:p>
          <a:p>
            <a:pPr marL="429895" indent="-417195">
              <a:lnSpc>
                <a:spcPct val="100000"/>
              </a:lnSpc>
              <a:spcBef>
                <a:spcPts val="2210"/>
              </a:spcBef>
              <a:buFont typeface="Wingdings"/>
              <a:buChar char=""/>
              <a:tabLst>
                <a:tab pos="429895" algn="l"/>
              </a:tabLst>
            </a:pPr>
            <a:r>
              <a:rPr lang="en-US" sz="2000" dirty="0">
                <a:solidFill>
                  <a:srgbClr val="0F243E"/>
                </a:solidFill>
                <a:latin typeface="Times New Roman"/>
                <a:cs typeface="Times New Roman"/>
              </a:rPr>
              <a:t>Firmware Images</a:t>
            </a:r>
          </a:p>
          <a:p>
            <a:pPr marL="429895" lvl="2" indent="-417195">
              <a:spcBef>
                <a:spcPts val="2210"/>
              </a:spcBef>
              <a:buFont typeface="Wingdings"/>
              <a:buChar char=""/>
              <a:tabLst>
                <a:tab pos="429895" algn="l"/>
              </a:tabLst>
            </a:pPr>
            <a:r>
              <a:rPr lang="en-US" sz="2000" dirty="0">
                <a:solidFill>
                  <a:srgbClr val="0F243E"/>
                </a:solidFill>
                <a:latin typeface="Times New Roman"/>
                <a:cs typeface="Times New Roman"/>
              </a:rPr>
              <a:t>Workflow</a:t>
            </a:r>
            <a:endParaRPr lang="en-IN" sz="2000" dirty="0">
              <a:solidFill>
                <a:srgbClr val="0F243E"/>
              </a:solidFill>
              <a:latin typeface="Times New Roman"/>
              <a:cs typeface="Times New Roman"/>
            </a:endParaRPr>
          </a:p>
          <a:p>
            <a:pPr marL="353060" indent="-340360">
              <a:lnSpc>
                <a:spcPct val="100000"/>
              </a:lnSpc>
              <a:spcBef>
                <a:spcPts val="2039"/>
              </a:spcBef>
              <a:buFont typeface="Wingdings"/>
              <a:buChar char=""/>
              <a:tabLst>
                <a:tab pos="353060" algn="l"/>
              </a:tabLst>
            </a:pPr>
            <a:r>
              <a:rPr lang="en-IN" sz="2000" dirty="0">
                <a:solidFill>
                  <a:srgbClr val="0F243E"/>
                </a:solidFill>
                <a:latin typeface="Times New Roman"/>
                <a:cs typeface="Times New Roman"/>
              </a:rPr>
              <a:t>Methodology</a:t>
            </a:r>
          </a:p>
          <a:p>
            <a:pPr marL="353060" indent="-340360">
              <a:lnSpc>
                <a:spcPct val="100000"/>
              </a:lnSpc>
              <a:spcBef>
                <a:spcPts val="2039"/>
              </a:spcBef>
              <a:buFont typeface="Wingdings"/>
              <a:buChar char=""/>
              <a:tabLst>
                <a:tab pos="353060" algn="l"/>
              </a:tabLst>
            </a:pPr>
            <a:r>
              <a:rPr lang="en-IN" sz="2000" dirty="0">
                <a:solidFill>
                  <a:srgbClr val="0F243E"/>
                </a:solidFill>
                <a:latin typeface="Times New Roman"/>
                <a:cs typeface="Times New Roman"/>
              </a:rPr>
              <a:t>Results Analysis &amp; Performance Evaluation</a:t>
            </a:r>
          </a:p>
          <a:p>
            <a:pPr marL="353060" indent="-340360">
              <a:lnSpc>
                <a:spcPct val="100000"/>
              </a:lnSpc>
              <a:spcBef>
                <a:spcPts val="2039"/>
              </a:spcBef>
              <a:buFont typeface="Wingdings"/>
              <a:buChar char=""/>
              <a:tabLst>
                <a:tab pos="353060" algn="l"/>
              </a:tabLst>
            </a:pPr>
            <a:r>
              <a:rPr lang="en-IN" sz="2000" dirty="0">
                <a:solidFill>
                  <a:srgbClr val="0F243E"/>
                </a:solidFill>
                <a:latin typeface="Times New Roman"/>
                <a:cs typeface="Times New Roman"/>
              </a:rPr>
              <a:t>Conclusion &amp; Future Scope</a:t>
            </a:r>
          </a:p>
          <a:p>
            <a:pPr marL="353060" indent="-340360">
              <a:lnSpc>
                <a:spcPct val="100000"/>
              </a:lnSpc>
              <a:spcBef>
                <a:spcPts val="2039"/>
              </a:spcBef>
              <a:buFont typeface="Wingdings"/>
              <a:buChar char=""/>
              <a:tabLst>
                <a:tab pos="353060" algn="l"/>
              </a:tabLst>
            </a:pPr>
            <a:r>
              <a:rPr lang="en-IN" sz="2000" dirty="0">
                <a:solidFill>
                  <a:srgbClr val="0F243E"/>
                </a:solidFill>
                <a:latin typeface="Times New Roman"/>
                <a:cs typeface="Times New Roman"/>
              </a:rPr>
              <a:t>References</a:t>
            </a:r>
          </a:p>
          <a:p>
            <a:pPr marL="353060" indent="-340360">
              <a:lnSpc>
                <a:spcPct val="100000"/>
              </a:lnSpc>
              <a:spcBef>
                <a:spcPts val="2039"/>
              </a:spcBef>
              <a:buFont typeface="Wingdings"/>
              <a:buChar char=""/>
              <a:tabLst>
                <a:tab pos="353060" algn="l"/>
              </a:tabLst>
            </a:pPr>
            <a:endParaRPr lang="en-IN" sz="2400" dirty="0">
              <a:solidFill>
                <a:srgbClr val="0F243E"/>
              </a:solidFill>
              <a:latin typeface="Times New Roman"/>
              <a:cs typeface="Times New Roman"/>
            </a:endParaRPr>
          </a:p>
          <a:p>
            <a:pPr marL="353060" indent="-340360">
              <a:lnSpc>
                <a:spcPct val="100000"/>
              </a:lnSpc>
              <a:spcBef>
                <a:spcPts val="2039"/>
              </a:spcBef>
              <a:buFont typeface="Wingdings"/>
              <a:buChar char=""/>
              <a:tabLst>
                <a:tab pos="353060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762000"/>
          </a:xfrm>
          <a:custGeom>
            <a:avLst/>
            <a:gdLst/>
            <a:ahLst/>
            <a:cxnLst/>
            <a:rect l="l" t="t" r="r" b="b"/>
            <a:pathLst>
              <a:path w="9144000" h="762000">
                <a:moveTo>
                  <a:pt x="9144000" y="0"/>
                </a:moveTo>
                <a:lnTo>
                  <a:pt x="0" y="0"/>
                </a:lnTo>
                <a:lnTo>
                  <a:pt x="0" y="762000"/>
                </a:lnTo>
                <a:lnTo>
                  <a:pt x="9144000" y="762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>
                <a:latin typeface="Times New Roman"/>
                <a:cs typeface="Times New Roman"/>
              </a:rPr>
              <a:t>C</a:t>
            </a:r>
            <a:r>
              <a:rPr lang="en-US" spc="-10" dirty="0">
                <a:latin typeface="Times New Roman"/>
                <a:cs typeface="Times New Roman"/>
              </a:rPr>
              <a:t>ONTENT:</a:t>
            </a:r>
            <a:endParaRPr spc="-1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3047" y="6519671"/>
            <a:ext cx="9151620" cy="342900"/>
            <a:chOff x="-3047" y="6519671"/>
            <a:chExt cx="9151620" cy="342900"/>
          </a:xfrm>
        </p:grpSpPr>
        <p:sp>
          <p:nvSpPr>
            <p:cNvPr id="7" name="object 7"/>
            <p:cNvSpPr/>
            <p:nvPr/>
          </p:nvSpPr>
          <p:spPr>
            <a:xfrm>
              <a:off x="1524" y="6524243"/>
              <a:ext cx="9142730" cy="334010"/>
            </a:xfrm>
            <a:custGeom>
              <a:avLst/>
              <a:gdLst/>
              <a:ahLst/>
              <a:cxnLst/>
              <a:rect l="l" t="t" r="r" b="b"/>
              <a:pathLst>
                <a:path w="9142730" h="334009">
                  <a:moveTo>
                    <a:pt x="9142476" y="0"/>
                  </a:moveTo>
                  <a:lnTo>
                    <a:pt x="0" y="0"/>
                  </a:lnTo>
                  <a:lnTo>
                    <a:pt x="0" y="333757"/>
                  </a:lnTo>
                  <a:lnTo>
                    <a:pt x="9142476" y="333757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24" y="6524243"/>
              <a:ext cx="9142730" cy="334010"/>
            </a:xfrm>
            <a:custGeom>
              <a:avLst/>
              <a:gdLst/>
              <a:ahLst/>
              <a:cxnLst/>
              <a:rect l="l" t="t" r="r" b="b"/>
              <a:pathLst>
                <a:path w="9142730" h="334009">
                  <a:moveTo>
                    <a:pt x="9142476" y="0"/>
                  </a:moveTo>
                  <a:lnTo>
                    <a:pt x="0" y="0"/>
                  </a:lnTo>
                  <a:lnTo>
                    <a:pt x="0" y="333757"/>
                  </a:lnTo>
                </a:path>
              </a:pathLst>
            </a:custGeom>
            <a:ln w="9144">
              <a:solidFill>
                <a:srgbClr val="548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634489" y="6574263"/>
            <a:ext cx="587375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2065"/>
              </a:lnSpc>
            </a:pPr>
            <a:r>
              <a:rPr lang="en-US" dirty="0"/>
              <a:t>Department</a:t>
            </a:r>
            <a:r>
              <a:rPr lang="en-US" spc="-20" dirty="0"/>
              <a:t> </a:t>
            </a:r>
            <a:r>
              <a:rPr lang="en-US" dirty="0"/>
              <a:t>of</a:t>
            </a:r>
            <a:r>
              <a:rPr lang="en-US" spc="-55" dirty="0"/>
              <a:t> Electronics System </a:t>
            </a:r>
            <a:r>
              <a:rPr lang="en-US" spc="-10" dirty="0" err="1"/>
              <a:t>Engineering,IISC</a:t>
            </a:r>
            <a:r>
              <a:rPr lang="en-US" spc="-10" dirty="0"/>
              <a:t> </a:t>
            </a:r>
            <a:r>
              <a:rPr lang="en-US" spc="-10" dirty="0" err="1"/>
              <a:t>Banglore</a:t>
            </a:r>
            <a:endParaRPr lang="en-US" dirty="0"/>
          </a:p>
          <a:p>
            <a:pPr marL="12700">
              <a:lnSpc>
                <a:spcPts val="2065"/>
              </a:lnSpc>
            </a:pPr>
            <a:endParaRPr spc="-1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C0CF75-163C-B4F9-D36F-A47480C02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462" y="0"/>
            <a:ext cx="736700" cy="736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00" spc="-10" dirty="0">
                <a:latin typeface="Times New Roman"/>
                <a:cs typeface="Times New Roman"/>
              </a:rPr>
              <a:t>I</a:t>
            </a:r>
            <a:r>
              <a:rPr lang="en-US" sz="3200" spc="-10" dirty="0">
                <a:latin typeface="Times New Roman"/>
                <a:cs typeface="Times New Roman"/>
              </a:rPr>
              <a:t>NTRODUCTION</a:t>
            </a:r>
            <a:r>
              <a:rPr lang="en-US" spc="-10" dirty="0">
                <a:latin typeface="Times New Roman"/>
                <a:cs typeface="Times New Roman"/>
              </a:rPr>
              <a:t>:</a:t>
            </a:r>
            <a:endParaRPr spc="-1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553199"/>
            <a:ext cx="9144000" cy="304800"/>
          </a:xfrm>
          <a:custGeom>
            <a:avLst/>
            <a:gdLst/>
            <a:ahLst/>
            <a:cxnLst/>
            <a:rect l="l" t="t" r="r" b="b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464" y="789690"/>
            <a:ext cx="9067800" cy="39831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security is a growing concern as IoT devices proliferate in homes, hospitals, and critical infrastructure. Attackers increasingly target router firmware, embedded Linux systems, and industrial controllers because these devices are rarely patched.</a:t>
            </a:r>
          </a:p>
          <a:p>
            <a:pPr algn="just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FirmwareHive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this by treating LLMs as firmware security experts. It introduces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Delegation Engine (RDE)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spawns and coordinates sub-agents at runtime, and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Knowledge Hub (PKH)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acts as shared memory across agents — preventing redundant work and maintaining context across long analysis chains.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FirmwareHive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run using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Qwen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real firmware images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producing 159 findings across service exposure analysis, binary vulnerability scanning, and obfuscated config analysis — demonstrating the framework's practical applicability beyond benchmark datasets.</a:t>
            </a:r>
          </a:p>
          <a:p>
            <a:pPr algn="just"/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1634489" y="6574263"/>
            <a:ext cx="587375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2065"/>
              </a:lnSpc>
            </a:pPr>
            <a:r>
              <a:rPr lang="en-US" dirty="0"/>
              <a:t>Department</a:t>
            </a:r>
            <a:r>
              <a:rPr lang="en-US" spc="-20" dirty="0"/>
              <a:t> </a:t>
            </a:r>
            <a:r>
              <a:rPr lang="en-US" dirty="0"/>
              <a:t>of</a:t>
            </a:r>
            <a:r>
              <a:rPr lang="en-US" spc="-55" dirty="0"/>
              <a:t> Electronics System </a:t>
            </a:r>
            <a:r>
              <a:rPr lang="en-US" spc="-10" dirty="0" err="1"/>
              <a:t>Engineering,IISC</a:t>
            </a:r>
            <a:r>
              <a:rPr lang="en-US" spc="-10" dirty="0"/>
              <a:t> </a:t>
            </a:r>
            <a:r>
              <a:rPr lang="en-US" spc="-10" dirty="0" err="1"/>
              <a:t>Banglore</a:t>
            </a:r>
            <a:endParaRPr lang="en-US" dirty="0"/>
          </a:p>
          <a:p>
            <a:pPr marL="12700">
              <a:lnSpc>
                <a:spcPts val="2065"/>
              </a:lnSpc>
            </a:pPr>
            <a:endParaRPr spc="-1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DB1410-BF49-75A8-DBC4-467EFAEC6B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4790" y="0"/>
            <a:ext cx="792462" cy="792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D9BBA-4C96-BD74-0367-94872DE74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B0B4085-17FB-84CD-4100-F2F27DE4F4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29921"/>
            <a:ext cx="7553959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3200" spc="-10" dirty="0">
                <a:latin typeface="Times New Roman"/>
                <a:cs typeface="Times New Roman"/>
              </a:rPr>
              <a:t>MOTIVATION</a:t>
            </a:r>
            <a:r>
              <a:rPr lang="en-US" spc="-10" dirty="0">
                <a:latin typeface="Times New Roman"/>
                <a:cs typeface="Times New Roman"/>
              </a:rPr>
              <a:t>:</a:t>
            </a:r>
            <a:endParaRPr spc="-1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9976C7D-1DB1-15DE-D46D-476FE775032F}"/>
              </a:ext>
            </a:extLst>
          </p:cNvPr>
          <p:cNvSpPr/>
          <p:nvPr/>
        </p:nvSpPr>
        <p:spPr>
          <a:xfrm>
            <a:off x="0" y="6553199"/>
            <a:ext cx="9144000" cy="304800"/>
          </a:xfrm>
          <a:custGeom>
            <a:avLst/>
            <a:gdLst/>
            <a:ahLst/>
            <a:cxnLst/>
            <a:rect l="l" t="t" r="r" b="b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A2B2528-67EC-A6A9-5115-0B9600593F2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0" y="0"/>
            <a:ext cx="762000" cy="76200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20D0A43C-23EB-2744-E699-E9FF6CA7AA7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634489" y="6574263"/>
            <a:ext cx="587375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2065"/>
              </a:lnSpc>
            </a:pPr>
            <a:r>
              <a:rPr lang="en-US" dirty="0"/>
              <a:t>Department</a:t>
            </a:r>
            <a:r>
              <a:rPr lang="en-US" spc="-20" dirty="0"/>
              <a:t> </a:t>
            </a:r>
            <a:r>
              <a:rPr lang="en-US" dirty="0"/>
              <a:t>of</a:t>
            </a:r>
            <a:r>
              <a:rPr lang="en-US" spc="-55" dirty="0"/>
              <a:t> Electronics System </a:t>
            </a:r>
            <a:r>
              <a:rPr lang="en-US" spc="-10" dirty="0" err="1"/>
              <a:t>Engineering,IISC</a:t>
            </a:r>
            <a:r>
              <a:rPr lang="en-US" spc="-10" dirty="0"/>
              <a:t> </a:t>
            </a:r>
            <a:r>
              <a:rPr lang="en-US" spc="-10" dirty="0" err="1"/>
              <a:t>Banglore</a:t>
            </a:r>
            <a:endParaRPr lang="en-US" dirty="0"/>
          </a:p>
          <a:p>
            <a:pPr marL="12700">
              <a:lnSpc>
                <a:spcPts val="2065"/>
              </a:lnSpc>
            </a:pPr>
            <a:endParaRPr spc="-1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555583-61A9-D126-C5E5-08DD858CD49D}"/>
              </a:ext>
            </a:extLst>
          </p:cNvPr>
          <p:cNvSpPr txBox="1"/>
          <p:nvPr/>
        </p:nvSpPr>
        <p:spPr>
          <a:xfrm>
            <a:off x="-37467" y="914400"/>
            <a:ext cx="921766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firmware contains critical vulnerabilities that, if exploited, can compromise millions of devices. Traditional static analysis tools (like SaTC, Mango) are rule-based, require manual effort, and miss complex cross-component vulnerabilities. Meanwhile, LLMs have shown strong reasoning ability — but using them effectively for deep firmware analysis remained an unsolved challenge.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A6D144-BA9D-24DB-AB60-9B8441F146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538" y="0"/>
            <a:ext cx="792462" cy="7924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0640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C4886-01ED-D199-6B2B-3DB66ABF0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2B2482C-DCA5-B73E-F824-D08F4E3F9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127725"/>
            <a:ext cx="8303261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3200" spc="-10" dirty="0">
                <a:latin typeface="Times New Roman"/>
                <a:cs typeface="Times New Roman"/>
              </a:rPr>
              <a:t>OBJECTIVE &amp; PROBLEM STATEMENT:</a:t>
            </a:r>
            <a:endParaRPr sz="3200" spc="-1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EDB3A75-94DB-A2C1-3FD9-0AEFE34DA2DA}"/>
              </a:ext>
            </a:extLst>
          </p:cNvPr>
          <p:cNvSpPr/>
          <p:nvPr/>
        </p:nvSpPr>
        <p:spPr>
          <a:xfrm>
            <a:off x="0" y="6553199"/>
            <a:ext cx="9144000" cy="304800"/>
          </a:xfrm>
          <a:custGeom>
            <a:avLst/>
            <a:gdLst/>
            <a:ahLst/>
            <a:cxnLst/>
            <a:rect l="l" t="t" r="r" b="b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F0D37C7-410E-7AA0-FF83-E011DAC6F4E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634489" y="6574263"/>
            <a:ext cx="587375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2065"/>
              </a:lnSpc>
            </a:pPr>
            <a:r>
              <a:rPr lang="en-US" dirty="0"/>
              <a:t>Department</a:t>
            </a:r>
            <a:r>
              <a:rPr lang="en-US" spc="-20" dirty="0"/>
              <a:t> </a:t>
            </a:r>
            <a:r>
              <a:rPr lang="en-US" dirty="0"/>
              <a:t>of</a:t>
            </a:r>
            <a:r>
              <a:rPr lang="en-US" spc="-55" dirty="0"/>
              <a:t> Electronics System </a:t>
            </a:r>
            <a:r>
              <a:rPr lang="en-US" spc="-10" dirty="0" err="1"/>
              <a:t>Engineering,IISC</a:t>
            </a:r>
            <a:r>
              <a:rPr lang="en-US" spc="-10" dirty="0"/>
              <a:t> </a:t>
            </a:r>
            <a:r>
              <a:rPr lang="en-US" spc="-10" dirty="0" err="1"/>
              <a:t>Banglore</a:t>
            </a:r>
            <a:endParaRPr lang="en-US" dirty="0"/>
          </a:p>
          <a:p>
            <a:pPr marL="12700">
              <a:lnSpc>
                <a:spcPts val="2065"/>
              </a:lnSpc>
            </a:pPr>
            <a:endParaRPr spc="-1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6BF73E-7495-7E1D-6663-3A3244BEE650}"/>
              </a:ext>
            </a:extLst>
          </p:cNvPr>
          <p:cNvSpPr txBox="1"/>
          <p:nvPr/>
        </p:nvSpPr>
        <p:spPr>
          <a:xfrm>
            <a:off x="-62948" y="655338"/>
            <a:ext cx="920694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FirmwareHive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an autonomous LLM-based firmware analysis framework that: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Runtime-Grown Tree-of-Agents 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dynamically adapt to firmware complexity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specialised analysis tasks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(T1–T5) covering credentials, CVEs, NVRAM tracing, web attacks, and full taint analysis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predefined rules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using local LLMs (e.g. Qwen) for privacy-sensitive firmware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71% precision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significantly better than static tools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A14AD0-7C45-3141-E528-CCEFD7A7E419}"/>
              </a:ext>
            </a:extLst>
          </p:cNvPr>
          <p:cNvSpPr txBox="1"/>
          <p:nvPr/>
        </p:nvSpPr>
        <p:spPr>
          <a:xfrm>
            <a:off x="-67282" y="3784661"/>
            <a:ext cx="92069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firmware security tools struggle with three core challenges:</a:t>
            </a:r>
          </a:p>
          <a:p>
            <a:pPr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Deep-chain reasoning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vulnerabilities span multiple files and long logical paths</a:t>
            </a:r>
          </a:p>
          <a:p>
            <a:pPr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exploration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firmware has hundreds of interdependent binaries and configs</a:t>
            </a:r>
          </a:p>
          <a:p>
            <a:pPr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Cross-component interaction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bugs often arise from how components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in isolation</a:t>
            </a:r>
          </a:p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existing framework could autonomously handle all three without handcrafted rules or static pipelines.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36F115-D7E5-3492-559F-C4DE87E42E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4611" y="24137"/>
            <a:ext cx="713723" cy="7137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4801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28BD7-E24C-E1DB-6003-6DE67B6EA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F9E8FF-37CB-6B26-CE9F-7942AD585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127725"/>
            <a:ext cx="8303261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3200" spc="-10" dirty="0">
                <a:latin typeface="Times New Roman"/>
                <a:cs typeface="Times New Roman"/>
              </a:rPr>
              <a:t>LITERATURE SURVEY:</a:t>
            </a:r>
            <a:endParaRPr sz="3200" spc="-1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2217AAF-9E12-B2C8-CAB9-9B61E77E90E0}"/>
              </a:ext>
            </a:extLst>
          </p:cNvPr>
          <p:cNvSpPr/>
          <p:nvPr/>
        </p:nvSpPr>
        <p:spPr>
          <a:xfrm>
            <a:off x="0" y="6553199"/>
            <a:ext cx="9144000" cy="304800"/>
          </a:xfrm>
          <a:custGeom>
            <a:avLst/>
            <a:gdLst/>
            <a:ahLst/>
            <a:cxnLst/>
            <a:rect l="l" t="t" r="r" b="b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F59A78F-580D-77A3-9AA7-293645B1FFD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634489" y="6574263"/>
            <a:ext cx="587375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2065"/>
              </a:lnSpc>
            </a:pPr>
            <a:r>
              <a:rPr lang="en-US" dirty="0"/>
              <a:t>Department</a:t>
            </a:r>
            <a:r>
              <a:rPr lang="en-US" spc="-20" dirty="0"/>
              <a:t> </a:t>
            </a:r>
            <a:r>
              <a:rPr lang="en-US" dirty="0"/>
              <a:t>of</a:t>
            </a:r>
            <a:r>
              <a:rPr lang="en-US" spc="-55" dirty="0"/>
              <a:t> Electronics System </a:t>
            </a:r>
            <a:r>
              <a:rPr lang="en-US" spc="-10" dirty="0" err="1"/>
              <a:t>Engineering,IISC</a:t>
            </a:r>
            <a:r>
              <a:rPr lang="en-US" spc="-10" dirty="0"/>
              <a:t> </a:t>
            </a:r>
            <a:r>
              <a:rPr lang="en-US" spc="-10" dirty="0" err="1"/>
              <a:t>Banglore</a:t>
            </a:r>
            <a:endParaRPr lang="en-US" dirty="0"/>
          </a:p>
          <a:p>
            <a:pPr marL="12700">
              <a:lnSpc>
                <a:spcPts val="2065"/>
              </a:lnSpc>
            </a:pPr>
            <a:endParaRPr spc="-1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B373121-A29A-D547-C285-7E6898DFF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563" y="-15521890"/>
            <a:ext cx="4638757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6BB5532-5239-087B-549F-9E72BD6C6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563" y="-15521890"/>
            <a:ext cx="340594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9EF264BA-634C-CF65-53EC-20FC6E195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26" y="-11982347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AFBF721-B122-3280-9F56-7924EF5C6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37532"/>
              </p:ext>
            </p:extLst>
          </p:nvPr>
        </p:nvGraphicFramePr>
        <p:xfrm>
          <a:off x="10160" y="897226"/>
          <a:ext cx="9065261" cy="554106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31925">
                  <a:extLst>
                    <a:ext uri="{9D8B030D-6E8A-4147-A177-3AD203B41FA5}">
                      <a16:colId xmlns:a16="http://schemas.microsoft.com/office/drawing/2014/main" val="853608634"/>
                    </a:ext>
                  </a:extLst>
                </a:gridCol>
                <a:gridCol w="2211112">
                  <a:extLst>
                    <a:ext uri="{9D8B030D-6E8A-4147-A177-3AD203B41FA5}">
                      <a16:colId xmlns:a16="http://schemas.microsoft.com/office/drawing/2014/main" val="761301105"/>
                    </a:ext>
                  </a:extLst>
                </a:gridCol>
                <a:gridCol w="2211112">
                  <a:extLst>
                    <a:ext uri="{9D8B030D-6E8A-4147-A177-3AD203B41FA5}">
                      <a16:colId xmlns:a16="http://schemas.microsoft.com/office/drawing/2014/main" val="2338278116"/>
                    </a:ext>
                  </a:extLst>
                </a:gridCol>
                <a:gridCol w="2211112">
                  <a:extLst>
                    <a:ext uri="{9D8B030D-6E8A-4147-A177-3AD203B41FA5}">
                      <a16:colId xmlns:a16="http://schemas.microsoft.com/office/drawing/2014/main" val="2847478713"/>
                    </a:ext>
                  </a:extLst>
                </a:gridCol>
              </a:tblGrid>
              <a:tr h="33636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200" b="0" dirty="0">
                          <a:effectLst/>
                        </a:rPr>
                        <a:t>Author (Year)</a:t>
                      </a:r>
                      <a:endParaRPr lang="en-IN" sz="1200" b="0" dirty="0">
                        <a:effectLst/>
                        <a:latin typeface="quote-cjk-patch"/>
                      </a:endParaRPr>
                    </a:p>
                  </a:txBody>
                  <a:tcPr marL="62788" marR="83717" marT="52323" marB="5232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Methodology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Key Findings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Limitation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extLst>
                  <a:ext uri="{0D108BD9-81ED-4DB2-BD59-A6C34878D82A}">
                    <a16:rowId xmlns:a16="http://schemas.microsoft.com/office/drawing/2014/main" val="1692243685"/>
                  </a:ext>
                </a:extLst>
              </a:tr>
              <a:tr h="5854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Chen et al. (2021)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62788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Input-centric static analysis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Identifies bugs via input keywords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Binary-only; no adaptability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62788" marT="52323" marB="52323" anchor="ctr"/>
                </a:tc>
                <a:extLst>
                  <a:ext uri="{0D108BD9-81ED-4DB2-BD59-A6C34878D82A}">
                    <a16:rowId xmlns:a16="http://schemas.microsoft.com/office/drawing/2014/main" val="913159556"/>
                  </a:ext>
                </a:extLst>
              </a:tr>
              <a:tr h="5854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Gibbs et al. (2024)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62788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Taint-style binary pipeline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1,109 alerts (CI/BOF)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No scripts/configs; fixed pipeline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83717" marR="62788" marT="52323" marB="52323" anchor="ctr"/>
                </a:tc>
                <a:extLst>
                  <a:ext uri="{0D108BD9-81ED-4DB2-BD59-A6C34878D82A}">
                    <a16:rowId xmlns:a16="http://schemas.microsoft.com/office/drawing/2014/main" val="514328130"/>
                  </a:ext>
                </a:extLst>
              </a:tr>
              <a:tr h="5854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Redini et al. (2020)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62788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 dirty="0">
                          <a:effectLst/>
                        </a:rPr>
                        <a:t>Inter-binary taint propagation</a:t>
                      </a:r>
                      <a:endParaRPr lang="en-IN" sz="1200" b="0" dirty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Karonte dataset; multi-binary bugs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Binary-only; static; shallow reasoning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62788" marT="52323" marB="52323" anchor="ctr"/>
                </a:tc>
                <a:extLst>
                  <a:ext uri="{0D108BD9-81ED-4DB2-BD59-A6C34878D82A}">
                    <a16:rowId xmlns:a16="http://schemas.microsoft.com/office/drawing/2014/main" val="2072019961"/>
                  </a:ext>
                </a:extLst>
              </a:tr>
              <a:tr h="5854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Feng &amp; Chen (2023)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62788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LLM-based bug replay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Automates Android bug replay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Not for firmware; no multi-agent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83717" marR="62788" marT="52323" marB="52323" anchor="ctr"/>
                </a:tc>
                <a:extLst>
                  <a:ext uri="{0D108BD9-81ED-4DB2-BD59-A6C34878D82A}">
                    <a16:rowId xmlns:a16="http://schemas.microsoft.com/office/drawing/2014/main" val="1082171300"/>
                  </a:ext>
                </a:extLst>
              </a:tr>
              <a:tr h="5854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 dirty="0">
                          <a:effectLst/>
                        </a:rPr>
                        <a:t>Pearce et al. (2022/23)</a:t>
                      </a:r>
                      <a:endParaRPr lang="en-IN" sz="1200" b="0" dirty="0">
                        <a:effectLst/>
                        <a:latin typeface="quote-cjk-patch"/>
                      </a:endParaRPr>
                    </a:p>
                  </a:txBody>
                  <a:tcPr marL="62788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Zero-shot LLM prompting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Assists reverse engineering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Single function only; no memory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83717" marR="62788" marT="52323" marB="52323" anchor="ctr"/>
                </a:tc>
                <a:extLst>
                  <a:ext uri="{0D108BD9-81ED-4DB2-BD59-A6C34878D82A}">
                    <a16:rowId xmlns:a16="http://schemas.microsoft.com/office/drawing/2014/main" val="1495467562"/>
                  </a:ext>
                </a:extLst>
              </a:tr>
              <a:tr h="5854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Chen et al. (2016)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62788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Dynamic analysis framework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Enables embedded firmware analysis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Needs emulation; limited coverage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62788" marT="52323" marB="52323" anchor="ctr"/>
                </a:tc>
                <a:extLst>
                  <a:ext uri="{0D108BD9-81ED-4DB2-BD59-A6C34878D82A}">
                    <a16:rowId xmlns:a16="http://schemas.microsoft.com/office/drawing/2014/main" val="4144958659"/>
                  </a:ext>
                </a:extLst>
              </a:tr>
              <a:tr h="45004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Yang et al. (2024)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62788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Monolithic ReAct LLM agent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Works on single repositories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~50 steps, ~9 files; shallow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83717" marR="62788" marT="52323" marB="52323" anchor="ctr"/>
                </a:tc>
                <a:extLst>
                  <a:ext uri="{0D108BD9-81ED-4DB2-BD59-A6C34878D82A}">
                    <a16:rowId xmlns:a16="http://schemas.microsoft.com/office/drawing/2014/main" val="3843543023"/>
                  </a:ext>
                </a:extLst>
              </a:tr>
              <a:tr h="62106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Wu et al. (2023)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62788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Orchestrator-based multi-agent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Multi-agent collaboration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</a:rPr>
                        <a:t>Orchestrator bottleneck; static roles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62788" marT="52323" marB="52323" anchor="ctr"/>
                </a:tc>
                <a:extLst>
                  <a:ext uri="{0D108BD9-81ED-4DB2-BD59-A6C34878D82A}">
                    <a16:rowId xmlns:a16="http://schemas.microsoft.com/office/drawing/2014/main" val="2705500881"/>
                  </a:ext>
                </a:extLst>
              </a:tr>
              <a:tr h="62106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1">
                          <a:effectLst/>
                        </a:rPr>
                        <a:t>Zhang et al. (2026)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62788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1">
                          <a:effectLst/>
                        </a:rPr>
                        <a:t>ToA + Delegation + PKH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1">
                          <a:effectLst/>
                        </a:rPr>
                        <a:t>1,802 alerts, 71% precision, 16× depth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83717" marR="83717" marT="52323" marB="5232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1" dirty="0">
                          <a:effectLst/>
                        </a:rPr>
                        <a:t>High token cost; hallucination risk</a:t>
                      </a:r>
                      <a:endParaRPr lang="en-US" sz="1200" b="0" dirty="0">
                        <a:effectLst/>
                        <a:latin typeface="quote-cjk-patch"/>
                      </a:endParaRPr>
                    </a:p>
                  </a:txBody>
                  <a:tcPr marL="83717" marR="62788" marT="52323" marB="52323" anchor="ctr"/>
                </a:tc>
                <a:extLst>
                  <a:ext uri="{0D108BD9-81ED-4DB2-BD59-A6C34878D82A}">
                    <a16:rowId xmlns:a16="http://schemas.microsoft.com/office/drawing/2014/main" val="2634550164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90E1B0D3-4FA3-6BDA-C69A-78D538DFE3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538" y="0"/>
            <a:ext cx="792462" cy="7924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3678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E2E5F-8662-BB0E-1C27-83DE7610B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B75A2EBE-DF2F-1903-DD39-3B15BEE303C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spc="-10"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dirty="0"/>
              <a:t>NIT</a:t>
            </a:r>
            <a:r>
              <a:rPr spc="-65" dirty="0"/>
              <a:t> </a:t>
            </a:r>
            <a:r>
              <a:rPr spc="-10" dirty="0"/>
              <a:t>Raipur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A2C76A51-3DC7-F58A-4FFA-2A2CA1684A0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3"/>
            <a:ext cx="7553325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3200" spc="-10" dirty="0">
                <a:latin typeface="Times New Roman"/>
                <a:cs typeface="Times New Roman"/>
              </a:rPr>
              <a:t>FIRMWARE IMAGES:</a:t>
            </a:r>
            <a:endParaRPr sz="3200" spc="-1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C7688A1-46B9-E9AA-C6D4-2D34ABCB304C}"/>
              </a:ext>
            </a:extLst>
          </p:cNvPr>
          <p:cNvSpPr/>
          <p:nvPr/>
        </p:nvSpPr>
        <p:spPr>
          <a:xfrm>
            <a:off x="0" y="6553199"/>
            <a:ext cx="9144000" cy="304800"/>
          </a:xfrm>
          <a:custGeom>
            <a:avLst/>
            <a:gdLst/>
            <a:ahLst/>
            <a:cxnLst/>
            <a:rect l="l" t="t" r="r" b="b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ts val="2065"/>
              </a:lnSpc>
            </a:pPr>
            <a:r>
              <a:rPr lang="en-US" dirty="0">
                <a:solidFill>
                  <a:schemeClr val="bg2"/>
                </a:solidFill>
              </a:rPr>
              <a:t>Department</a:t>
            </a:r>
            <a:r>
              <a:rPr lang="en-US" spc="-20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of</a:t>
            </a:r>
            <a:r>
              <a:rPr lang="en-US" spc="-55" dirty="0">
                <a:solidFill>
                  <a:schemeClr val="bg2"/>
                </a:solidFill>
              </a:rPr>
              <a:t> Electronics System </a:t>
            </a:r>
            <a:r>
              <a:rPr lang="en-US" spc="-10" dirty="0" err="1">
                <a:solidFill>
                  <a:schemeClr val="bg2"/>
                </a:solidFill>
              </a:rPr>
              <a:t>Engineering,IISC</a:t>
            </a:r>
            <a:r>
              <a:rPr lang="en-US" spc="-10" dirty="0">
                <a:solidFill>
                  <a:schemeClr val="bg2"/>
                </a:solidFill>
              </a:rPr>
              <a:t> </a:t>
            </a:r>
            <a:r>
              <a:rPr lang="en-US" spc="-10" dirty="0" err="1">
                <a:solidFill>
                  <a:schemeClr val="bg2"/>
                </a:solidFill>
              </a:rPr>
              <a:t>Banglore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B788D-C616-96C2-EC64-E3D2AB36056D}"/>
              </a:ext>
            </a:extLst>
          </p:cNvPr>
          <p:cNvSpPr txBox="1"/>
          <p:nvPr/>
        </p:nvSpPr>
        <p:spPr>
          <a:xfrm>
            <a:off x="0" y="914400"/>
            <a:ext cx="5943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1.TP-LINK TL-WR845N</a:t>
            </a:r>
          </a:p>
          <a:p>
            <a:r>
              <a:rPr lang="en-US" sz="2000" dirty="0"/>
              <a:t>2.GE_B30</a:t>
            </a:r>
          </a:p>
          <a:p>
            <a:r>
              <a:rPr lang="en-US" sz="2000" dirty="0"/>
              <a:t>3.REx670</a:t>
            </a:r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545C5C-ADAF-5CB9-4FA6-BA22331B27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538" y="0"/>
            <a:ext cx="792462" cy="792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62" name="Picture 2" descr="Buy TP-Link TL-WR845N 300Mbps Wireless N Router Online At Best Price On  Moglix">
            <a:extLst>
              <a:ext uri="{FF2B5EF4-FFF2-40B4-BE49-F238E27FC236}">
                <a16:creationId xmlns:a16="http://schemas.microsoft.com/office/drawing/2014/main" id="{A750C5AD-F737-61C4-F3B9-66301B6F0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828905"/>
            <a:ext cx="31242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60F93AD2-4EDA-BBD9-4F3F-24AF57497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760" y="2971800"/>
            <a:ext cx="31242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Archer GE230 | BE3600 Dual-Band Wi-Fi 7 Gaming Router | TP-Link Nordic">
            <a:extLst>
              <a:ext uri="{FF2B5EF4-FFF2-40B4-BE49-F238E27FC236}">
                <a16:creationId xmlns:a16="http://schemas.microsoft.com/office/drawing/2014/main" id="{BA7E929E-0885-C78B-E8D5-EDB07EA69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641144"/>
            <a:ext cx="35814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9215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E37D0-EE85-3375-17C4-298B3329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76C5A25A-B0C0-7CB0-CA66-346AA7FA604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2065"/>
              </a:lnSpc>
            </a:pPr>
            <a:r>
              <a:rPr lang="en-US"/>
              <a:t>Department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55"/>
              <a:t> Electronics System </a:t>
            </a:r>
            <a:r>
              <a:rPr lang="en-US" spc="-10"/>
              <a:t>Engineering,IISC Banglore</a:t>
            </a:r>
            <a:endParaRPr lang="en-US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06D3DB54-7129-CBE6-8799-C6325C91D10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29818" y="56231"/>
            <a:ext cx="8991599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FIRMWAREIMAGE1:TP-LINKTL-WR845N</a:t>
            </a:r>
            <a:r>
              <a:rPr lang="en-IN" dirty="0">
                <a:solidFill>
                  <a:schemeClr val="bg2"/>
                </a:solidFill>
                <a:latin typeface="quote-cjk-patch"/>
              </a:rPr>
              <a:t>:</a:t>
            </a:r>
            <a:endParaRPr spc="-10" dirty="0">
              <a:solidFill>
                <a:schemeClr val="bg2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2548753-3F25-9C76-9855-07CAE4DD11F4}"/>
              </a:ext>
            </a:extLst>
          </p:cNvPr>
          <p:cNvSpPr/>
          <p:nvPr/>
        </p:nvSpPr>
        <p:spPr>
          <a:xfrm>
            <a:off x="0" y="6553199"/>
            <a:ext cx="9144000" cy="304800"/>
          </a:xfrm>
          <a:custGeom>
            <a:avLst/>
            <a:gdLst/>
            <a:ahLst/>
            <a:cxnLst/>
            <a:rect l="l" t="t" r="r" b="b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ts val="2065"/>
              </a:lnSpc>
            </a:pPr>
            <a:r>
              <a:rPr lang="en-US" dirty="0">
                <a:solidFill>
                  <a:schemeClr val="bg2"/>
                </a:solidFill>
              </a:rPr>
              <a:t>Department</a:t>
            </a:r>
            <a:r>
              <a:rPr lang="en-US" spc="-20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of</a:t>
            </a:r>
            <a:r>
              <a:rPr lang="en-US" spc="-55" dirty="0">
                <a:solidFill>
                  <a:schemeClr val="bg2"/>
                </a:solidFill>
              </a:rPr>
              <a:t> Electronics System </a:t>
            </a:r>
            <a:r>
              <a:rPr lang="en-US" spc="-10" dirty="0" err="1">
                <a:solidFill>
                  <a:schemeClr val="bg2"/>
                </a:solidFill>
              </a:rPr>
              <a:t>Engineering,IISC</a:t>
            </a:r>
            <a:r>
              <a:rPr lang="en-US" spc="-10" dirty="0">
                <a:solidFill>
                  <a:schemeClr val="bg2"/>
                </a:solidFill>
              </a:rPr>
              <a:t> </a:t>
            </a:r>
            <a:r>
              <a:rPr lang="en-US" spc="-10" dirty="0" err="1">
                <a:solidFill>
                  <a:schemeClr val="bg2"/>
                </a:solidFill>
              </a:rPr>
              <a:t>Banglore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D21588-BBB1-4FF4-0832-964CC2A60DFB}"/>
              </a:ext>
            </a:extLst>
          </p:cNvPr>
          <p:cNvSpPr txBox="1"/>
          <p:nvPr/>
        </p:nvSpPr>
        <p:spPr>
          <a:xfrm>
            <a:off x="26504" y="831483"/>
            <a:ext cx="911749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TL-WR845N firmware belongs to TP-Link's budget home/SMB wireless router range. It runs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customised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embedded Linux OS (typically based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OpenWrt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a proprietary TP-Link stack). The filesystem examined contained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/services — a standard Unix services file listing all active network ports —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/default_config.xml, which stores factory-default device configuration. The device supports 802.11n Wi-Fi and is widely deployed in home and small office environments across South and Southeast Asia.</a:t>
            </a: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TYPE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Consumer 300Mbps wireless router — home/SMB grade, internet-facing.</a:t>
            </a: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 THIS PROJECT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target represented a minimal-filesystem firmware where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FirmwareHive's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Radare2 phase was not triggered (no ELF binaries targeted). The scanner instead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 exposure through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/services file, producing 18 findings — mostly service exposure risks (Telnet, TFTP, SNMP) with 6 duplicates and 3 low-quality config file findings. It demonstrated the scanner's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non-binary firmware targets and highlighted its duplicate generation problem.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733F51-3C94-5EEF-2FF5-EE9001BDC7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538" y="0"/>
            <a:ext cx="792462" cy="7924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2998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5324A-7C70-A157-1928-DD3700BA3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03F2DACC-2D2C-79E4-3FA2-BB530D3C7E8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spc="-10"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dirty="0"/>
              <a:t>NIT</a:t>
            </a:r>
            <a:r>
              <a:rPr spc="-65" dirty="0"/>
              <a:t> </a:t>
            </a:r>
            <a:r>
              <a:rPr spc="-10" dirty="0"/>
              <a:t>Raipur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BD201A9-3FC7-CA8D-827F-5FEE1F7DD51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27725"/>
            <a:ext cx="7553325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3200" spc="-10" dirty="0">
                <a:latin typeface="Times New Roman"/>
                <a:cs typeface="Times New Roman"/>
              </a:rPr>
              <a:t>FIRMWARE IMAGE 2:GE_B30</a:t>
            </a:r>
            <a:endParaRPr sz="3200" spc="-1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AED4ED3-2903-FE57-701C-829C8E9E0F91}"/>
              </a:ext>
            </a:extLst>
          </p:cNvPr>
          <p:cNvSpPr/>
          <p:nvPr/>
        </p:nvSpPr>
        <p:spPr>
          <a:xfrm>
            <a:off x="0" y="6553199"/>
            <a:ext cx="9144000" cy="304800"/>
          </a:xfrm>
          <a:custGeom>
            <a:avLst/>
            <a:gdLst/>
            <a:ahLst/>
            <a:cxnLst/>
            <a:rect l="l" t="t" r="r" b="b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ts val="2065"/>
              </a:lnSpc>
            </a:pPr>
            <a:r>
              <a:rPr lang="en-US" dirty="0">
                <a:solidFill>
                  <a:schemeClr val="bg2"/>
                </a:solidFill>
              </a:rPr>
              <a:t>Department</a:t>
            </a:r>
            <a:r>
              <a:rPr lang="en-US" spc="-20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of</a:t>
            </a:r>
            <a:r>
              <a:rPr lang="en-US" spc="-55" dirty="0">
                <a:solidFill>
                  <a:schemeClr val="bg2"/>
                </a:solidFill>
              </a:rPr>
              <a:t> Electronics System </a:t>
            </a:r>
            <a:r>
              <a:rPr lang="en-US" spc="-10" dirty="0" err="1">
                <a:solidFill>
                  <a:schemeClr val="bg2"/>
                </a:solidFill>
              </a:rPr>
              <a:t>Engineering,IISC</a:t>
            </a:r>
            <a:r>
              <a:rPr lang="en-US" spc="-10" dirty="0">
                <a:solidFill>
                  <a:schemeClr val="bg2"/>
                </a:solidFill>
              </a:rPr>
              <a:t> </a:t>
            </a:r>
            <a:r>
              <a:rPr lang="en-US" spc="-10" dirty="0" err="1">
                <a:solidFill>
                  <a:schemeClr val="bg2"/>
                </a:solidFill>
              </a:rPr>
              <a:t>Banglore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5F0F7-F44F-CB0A-9DC1-3B1022A0D201}"/>
              </a:ext>
            </a:extLst>
          </p:cNvPr>
          <p:cNvSpPr txBox="1"/>
          <p:nvPr/>
        </p:nvSpPr>
        <p:spPr>
          <a:xfrm>
            <a:off x="0" y="783064"/>
            <a:ext cx="9144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ge_b30 firmware is an embedded Linux-based firmware image extracted from a general-purpose IoT or network-attached device. It contains a full filesystem with compiled C binaries (bin/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rawstat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bin/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gdbserver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shared libraries (lib/libpcap.so, lib/libpacket_if.so.0), and network utilities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tcpdump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The presence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libpcap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packet inspection tools indicates this firmware is designed for network traffic monitoring or analysis.</a:t>
            </a: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TYPE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Embedded Linux network device — likely a network probe, traffic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managed switch firmware.</a:t>
            </a: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 THIS PROJECT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was the primary firmware target.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FirmwareHive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 its full 5-phase pipeline including Radare2 ELF binary analysis. It produced 57 findings — the richest and most diverse output of the three targets — including 2 command injection vulnerabilities (risk 9.0) and 53 buffer overflow findings across multiple binaries, making it the most analytically valuable firmware in this evaluation.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A69D26-9BA9-6770-D8CC-67F2D96A51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0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3423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62A96-35A1-C162-BF17-58C998514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29C26B4D-C0AF-C943-E50C-C95F92C3F1B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spc="-10"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dirty="0"/>
              <a:t>NIT</a:t>
            </a:r>
            <a:r>
              <a:rPr spc="-65" dirty="0"/>
              <a:t> </a:t>
            </a:r>
            <a:r>
              <a:rPr spc="-10" dirty="0"/>
              <a:t>Raipur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92E30E2-738C-3C1B-6CAB-0A46B51479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6200" y="142956"/>
            <a:ext cx="7553325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3200" spc="-10" dirty="0">
                <a:latin typeface="Times New Roman"/>
                <a:cs typeface="Times New Roman"/>
              </a:rPr>
              <a:t>FIRMWARE IMAGE 3:REx670</a:t>
            </a:r>
            <a:endParaRPr sz="3200" spc="-1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2115B44-268C-61D0-C013-C36C6F961F1D}"/>
              </a:ext>
            </a:extLst>
          </p:cNvPr>
          <p:cNvSpPr/>
          <p:nvPr/>
        </p:nvSpPr>
        <p:spPr>
          <a:xfrm>
            <a:off x="0" y="6553199"/>
            <a:ext cx="9144000" cy="304800"/>
          </a:xfrm>
          <a:custGeom>
            <a:avLst/>
            <a:gdLst/>
            <a:ahLst/>
            <a:cxnLst/>
            <a:rect l="l" t="t" r="r" b="b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ts val="2065"/>
              </a:lnSpc>
            </a:pPr>
            <a:r>
              <a:rPr lang="en-US" dirty="0">
                <a:solidFill>
                  <a:schemeClr val="bg2"/>
                </a:solidFill>
              </a:rPr>
              <a:t>Department</a:t>
            </a:r>
            <a:r>
              <a:rPr lang="en-US" spc="-20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of</a:t>
            </a:r>
            <a:r>
              <a:rPr lang="en-US" spc="-55" dirty="0">
                <a:solidFill>
                  <a:schemeClr val="bg2"/>
                </a:solidFill>
              </a:rPr>
              <a:t> Electronics System </a:t>
            </a:r>
            <a:r>
              <a:rPr lang="en-US" spc="-10" dirty="0" err="1">
                <a:solidFill>
                  <a:schemeClr val="bg2"/>
                </a:solidFill>
              </a:rPr>
              <a:t>Engineering,IISC</a:t>
            </a:r>
            <a:r>
              <a:rPr lang="en-US" spc="-10" dirty="0">
                <a:solidFill>
                  <a:schemeClr val="bg2"/>
                </a:solidFill>
              </a:rPr>
              <a:t> </a:t>
            </a:r>
            <a:r>
              <a:rPr lang="en-US" spc="-10" dirty="0" err="1">
                <a:solidFill>
                  <a:schemeClr val="bg2"/>
                </a:solidFill>
              </a:rPr>
              <a:t>Banglore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CDD732-A9D5-846B-0F68-D3F7ECFD2E17}"/>
              </a:ext>
            </a:extLst>
          </p:cNvPr>
          <p:cNvSpPr txBox="1"/>
          <p:nvPr/>
        </p:nvSpPr>
        <p:spPr>
          <a:xfrm>
            <a:off x="-29817" y="742122"/>
            <a:ext cx="89154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REx670 is a protection relay and bay controller manufactured by ABB, used in electrical substations and industrial power grids. Its firmware (bin/ppc670.x, bin/ppc670_update.x) is compiled for the PowerPC (PPC) architecture — a RISC processor commonly used in safety-critical embedded and industrial systems. The .x extension and ppc670 naming convention confirm this is a PowerPC ELF executable. Unlike consumer router firmware, industrial firmware of this type controls physical hardware and operates in safety-critical environments where a vulnerability could have real-world consequences beyond data theft.</a:t>
            </a: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TYPE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ABB REx670 series protection relay — industrial substation automation, IEC 61850 compliant.</a:t>
            </a:r>
          </a:p>
          <a:p>
            <a:pPr algn="just">
              <a:buNone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 THIS PROJECT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target exposed a critical limitation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FirmwareHive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scanner's Radare2 tool disassembled the PowerPC binary using x86 architecture rules, generating meaningless x86 instructions (mov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ebx+ecx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]). The result was 84 near-identical findings across 4 duplicate passes — all with risk 5.0, confidence 7.0, and zero confirmed vulnerabilities. This run demonstrated the scanner's architecture-blindness and the risk of blindly trusting automated output counts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102104-9C8E-5CE7-7CF0-BC18854E75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538" y="0"/>
            <a:ext cx="792462" cy="7924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0234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C361C-C152-98F2-DBD7-93AA27D4D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6E8B68-AEC4-E881-81DD-251843A06E82}"/>
              </a:ext>
            </a:extLst>
          </p:cNvPr>
          <p:cNvSpPr txBox="1"/>
          <p:nvPr/>
        </p:nvSpPr>
        <p:spPr>
          <a:xfrm>
            <a:off x="0" y="76200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en-US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:TL-WR845N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A72B4-D050-E518-CDB6-EF6BB69A98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0"/>
            <a:ext cx="876300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7FC3CF-6D8C-0D33-8215-771F3BBCAE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538" y="0"/>
            <a:ext cx="792462" cy="7924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3028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6B04B-4FED-E960-5433-343156D47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3F9215-65F8-7359-14C9-5F2343C5935A}"/>
              </a:ext>
            </a:extLst>
          </p:cNvPr>
          <p:cNvSpPr txBox="1"/>
          <p:nvPr/>
        </p:nvSpPr>
        <p:spPr>
          <a:xfrm>
            <a:off x="16396" y="155823"/>
            <a:ext cx="5470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:GE_B30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5DEBE1-9240-AAAA-EB35-B49FEC9C0B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10173"/>
            <a:ext cx="8153400" cy="5987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8CAF78-48BE-4F13-A561-C3DCCBD5BF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538" y="0"/>
            <a:ext cx="792462" cy="7924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850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AF599-A002-B006-E9B0-D5617EF3F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001D0F-594B-E056-9864-270578A32BCC}"/>
              </a:ext>
            </a:extLst>
          </p:cNvPr>
          <p:cNvSpPr txBox="1"/>
          <p:nvPr/>
        </p:nvSpPr>
        <p:spPr>
          <a:xfrm>
            <a:off x="76200" y="167833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WORKFLOW:REX670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23328-D487-C98A-FEED-16C3EAA20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0"/>
            <a:ext cx="9067800" cy="601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4E3C70-9469-C3F6-266B-F37503A55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738" y="0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7211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FC5A-D736-A5A6-2A1C-1A3ECF664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BD6D106-E8E5-40FD-26C2-7F41F01A97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29921"/>
            <a:ext cx="9065260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spc="-20" dirty="0"/>
              <a:t>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B025148-77ED-0EA5-5674-293AAA9A6A5D}"/>
              </a:ext>
            </a:extLst>
          </p:cNvPr>
          <p:cNvSpPr/>
          <p:nvPr/>
        </p:nvSpPr>
        <p:spPr>
          <a:xfrm>
            <a:off x="0" y="6553199"/>
            <a:ext cx="9144000" cy="304800"/>
          </a:xfrm>
          <a:custGeom>
            <a:avLst/>
            <a:gdLst/>
            <a:ahLst/>
            <a:cxnLst/>
            <a:rect l="l" t="t" r="r" b="b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446D5AC-0093-5A44-B29D-DFFDA73E9EE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47800" y="6548679"/>
            <a:ext cx="587375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2065"/>
              </a:lnSpc>
            </a:pPr>
            <a:r>
              <a:rPr lang="en-US" dirty="0"/>
              <a:t>Department</a:t>
            </a:r>
            <a:r>
              <a:rPr lang="en-US" spc="-20" dirty="0"/>
              <a:t> </a:t>
            </a:r>
            <a:r>
              <a:rPr lang="en-US" dirty="0"/>
              <a:t>of</a:t>
            </a:r>
            <a:r>
              <a:rPr lang="en-US" spc="-55" dirty="0"/>
              <a:t> Electronics System </a:t>
            </a:r>
            <a:r>
              <a:rPr lang="en-US" spc="-10" dirty="0" err="1"/>
              <a:t>Engineering,IISC</a:t>
            </a:r>
            <a:r>
              <a:rPr lang="en-US" spc="-10" dirty="0"/>
              <a:t> </a:t>
            </a:r>
            <a:r>
              <a:rPr lang="en-US" spc="-10" dirty="0" err="1"/>
              <a:t>Banglore</a:t>
            </a:r>
            <a:endParaRPr lang="en-US" dirty="0"/>
          </a:p>
          <a:p>
            <a:pPr marL="12700">
              <a:lnSpc>
                <a:spcPts val="2065"/>
              </a:lnSpc>
            </a:pPr>
            <a:endParaRPr spc="-1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5F4EC91-778D-1AEE-D397-B3FE379D6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8" y="805173"/>
            <a:ext cx="8994052" cy="55625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C7F9A7-DB7A-F87D-F27B-3B0AD7A063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768" y="-1"/>
            <a:ext cx="805173" cy="8051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3558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972077-8B9E-C0FA-0D97-A99BBC535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EF339D-70EE-64ED-ED18-82C12AED723D}"/>
              </a:ext>
            </a:extLst>
          </p:cNvPr>
          <p:cNvSpPr/>
          <p:nvPr/>
        </p:nvSpPr>
        <p:spPr>
          <a:xfrm>
            <a:off x="0" y="15240"/>
            <a:ext cx="9116695" cy="762000"/>
          </a:xfrm>
          <a:custGeom>
            <a:avLst/>
            <a:gdLst/>
            <a:ahLst/>
            <a:cxnLst/>
            <a:rect l="l" t="t" r="r" b="b"/>
            <a:pathLst>
              <a:path w="9116695" h="762000">
                <a:moveTo>
                  <a:pt x="9116568" y="0"/>
                </a:moveTo>
                <a:lnTo>
                  <a:pt x="0" y="0"/>
                </a:lnTo>
                <a:lnTo>
                  <a:pt x="0" y="761999"/>
                </a:lnTo>
                <a:lnTo>
                  <a:pt x="9116568" y="761999"/>
                </a:lnTo>
                <a:lnTo>
                  <a:pt x="9116568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58C42BD-DF76-603D-53D6-6ACDDF10B8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16" y="116318"/>
            <a:ext cx="9116695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en-IN" sz="2400" spc="-20" dirty="0">
                <a:latin typeface="Times New Roman"/>
                <a:cs typeface="Times New Roman"/>
              </a:rPr>
              <a:t>RESULTS ANALYIS &amp; PERFORMANCE EVALUATION</a:t>
            </a:r>
            <a:r>
              <a:rPr spc="-45" dirty="0"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569F8FB-1E05-CA71-1722-DB9D8685E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09258" y="1496313"/>
            <a:ext cx="16699540" cy="579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1E9230-EFD0-FD74-4BA5-42E2DC194C59}"/>
              </a:ext>
            </a:extLst>
          </p:cNvPr>
          <p:cNvSpPr txBox="1"/>
          <p:nvPr/>
        </p:nvSpPr>
        <p:spPr>
          <a:xfrm>
            <a:off x="35560" y="798304"/>
            <a:ext cx="834644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i="1" dirty="0"/>
              <a:t>PERFORMANCE METRICS</a:t>
            </a:r>
            <a:r>
              <a:rPr lang="en-US" sz="2000" b="1" dirty="0"/>
              <a:t> </a:t>
            </a:r>
            <a:r>
              <a:rPr lang="en-US" sz="2000" dirty="0"/>
              <a:t>— Define the metrics you used: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Risk Score (0–10)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Confidence Score (0–10)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Finding count per binary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Duplicate rate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Confirmed vs unconfirmed vulnerability ratio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just"/>
            <a:r>
              <a:rPr lang="en-US" sz="2000" b="1" i="1" dirty="0"/>
              <a:t>COMPARATIVE ANALYSIS</a:t>
            </a:r>
            <a:r>
              <a:rPr lang="en-US" sz="2000" b="1" dirty="0"/>
              <a:t> </a:t>
            </a:r>
            <a:r>
              <a:rPr lang="en-US" sz="2000" dirty="0"/>
              <a:t>— Use the 3-target comparison table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99A43CF-9409-84A5-1D48-D7251EAE4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364359"/>
              </p:ext>
            </p:extLst>
          </p:nvPr>
        </p:nvGraphicFramePr>
        <p:xfrm>
          <a:off x="78738" y="3509536"/>
          <a:ext cx="883666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9165">
                  <a:extLst>
                    <a:ext uri="{9D8B030D-6E8A-4147-A177-3AD203B41FA5}">
                      <a16:colId xmlns:a16="http://schemas.microsoft.com/office/drawing/2014/main" val="33342459"/>
                    </a:ext>
                  </a:extLst>
                </a:gridCol>
                <a:gridCol w="2209165">
                  <a:extLst>
                    <a:ext uri="{9D8B030D-6E8A-4147-A177-3AD203B41FA5}">
                      <a16:colId xmlns:a16="http://schemas.microsoft.com/office/drawing/2014/main" val="3606760934"/>
                    </a:ext>
                  </a:extLst>
                </a:gridCol>
                <a:gridCol w="2209165">
                  <a:extLst>
                    <a:ext uri="{9D8B030D-6E8A-4147-A177-3AD203B41FA5}">
                      <a16:colId xmlns:a16="http://schemas.microsoft.com/office/drawing/2014/main" val="2374676333"/>
                    </a:ext>
                  </a:extLst>
                </a:gridCol>
                <a:gridCol w="2209165">
                  <a:extLst>
                    <a:ext uri="{9D8B030D-6E8A-4147-A177-3AD203B41FA5}">
                      <a16:colId xmlns:a16="http://schemas.microsoft.com/office/drawing/2014/main" val="4412489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ge_b30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TL-WR845N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REx670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8036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724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Confirmed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~53 actionable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~12 unique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22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Duplicate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949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Highest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9.0 (cmd injection)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8.0 (Telnet)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5.0 (all same)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696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Radare2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— wrong 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749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Scanner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Failed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6240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586278B-95E8-5935-C311-07D63EA1C1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768" y="-1"/>
            <a:ext cx="788145" cy="78814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90A3B93-48C4-9A03-28C2-C1352716BB4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635125" y="6573838"/>
            <a:ext cx="5873750" cy="279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FIGURE:2</a:t>
            </a:r>
            <a:endParaRPr lang="en-IN" sz="1000"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F59B909F-6AE4-2703-83A1-4ECFFE8E9142}"/>
              </a:ext>
            </a:extLst>
          </p:cNvPr>
          <p:cNvSpPr/>
          <p:nvPr/>
        </p:nvSpPr>
        <p:spPr>
          <a:xfrm>
            <a:off x="0" y="6553199"/>
            <a:ext cx="9144000" cy="304800"/>
          </a:xfrm>
          <a:custGeom>
            <a:avLst/>
            <a:gdLst/>
            <a:ahLst/>
            <a:cxnLst/>
            <a:rect l="l" t="t" r="r" b="b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ts val="2065"/>
              </a:lnSpc>
            </a:pPr>
            <a:r>
              <a:rPr lang="en-US" dirty="0">
                <a:solidFill>
                  <a:schemeClr val="bg2"/>
                </a:solidFill>
              </a:rPr>
              <a:t>Department</a:t>
            </a:r>
            <a:r>
              <a:rPr lang="en-US" spc="-20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of</a:t>
            </a:r>
            <a:r>
              <a:rPr lang="en-US" spc="-55" dirty="0">
                <a:solidFill>
                  <a:schemeClr val="bg2"/>
                </a:solidFill>
              </a:rPr>
              <a:t> Electronics System </a:t>
            </a:r>
            <a:r>
              <a:rPr lang="en-US" spc="-10" dirty="0" err="1">
                <a:solidFill>
                  <a:schemeClr val="bg2"/>
                </a:solidFill>
              </a:rPr>
              <a:t>Engineering,IISC</a:t>
            </a:r>
            <a:r>
              <a:rPr lang="en-US" spc="-10" dirty="0">
                <a:solidFill>
                  <a:schemeClr val="bg2"/>
                </a:solidFill>
              </a:rPr>
              <a:t> </a:t>
            </a:r>
            <a:r>
              <a:rPr lang="en-US" spc="-10" dirty="0" err="1">
                <a:solidFill>
                  <a:schemeClr val="bg2"/>
                </a:solidFill>
              </a:rPr>
              <a:t>Banglore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601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5810C-0E13-5A39-6FBF-37668FFE9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9F5728-0A8A-C85F-22CE-A1B7A03D74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29921"/>
            <a:ext cx="9065260" cy="6296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FUTURESCOPE</a:t>
            </a:r>
            <a:r>
              <a:rPr spc="-20" dirty="0"/>
              <a:t>: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9567E67-C71F-1622-9600-2C7A05AF88DA}"/>
              </a:ext>
            </a:extLst>
          </p:cNvPr>
          <p:cNvSpPr txBox="1"/>
          <p:nvPr/>
        </p:nvSpPr>
        <p:spPr>
          <a:xfrm>
            <a:off x="0" y="659581"/>
            <a:ext cx="9143999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rtl="0"/>
            <a:endParaRPr lang="en-US" sz="1800" dirty="0"/>
          </a:p>
          <a:p>
            <a:pPr rtl="0"/>
            <a:endParaRPr lang="en-US" sz="1800" dirty="0"/>
          </a:p>
          <a:p>
            <a:pPr rtl="0"/>
            <a:endParaRPr lang="en-US" dirty="0"/>
          </a:p>
          <a:p>
            <a:br>
              <a:rPr lang="en-US" dirty="0"/>
            </a:b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11C0E54-A87B-28B9-103D-BAFA56BFE92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524000" y="6553199"/>
            <a:ext cx="587375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spc="-10"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dirty="0"/>
              <a:t>NIT</a:t>
            </a:r>
            <a:r>
              <a:rPr spc="-65" dirty="0"/>
              <a:t> </a:t>
            </a:r>
            <a:r>
              <a:rPr spc="-10" dirty="0"/>
              <a:t>Raipur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67CD3-EBCC-255C-E045-1713F7AA8B7F}"/>
              </a:ext>
            </a:extLst>
          </p:cNvPr>
          <p:cNvSpPr txBox="1"/>
          <p:nvPr/>
        </p:nvSpPr>
        <p:spPr>
          <a:xfrm>
            <a:off x="-1" y="791921"/>
            <a:ext cx="91439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FirmwareHive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 well on standard Linux-based firmware (ge_b30) — correctly identified real vulnerabilities with acceptable precision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minimal firmware (TL-WR845N) it produces surface-level results with high duplicate rates — useful only as a first pass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non-x86 binaries (REx670/PowerPC) it fails silently — outputting 84 meaningless findings due to wrong architecture disassembly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Architecture-aware disassembly (auto-detect ELF arch before Radare2 analysis)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Post-processing deduplication layer before findings are stored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Taint tracking integration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Ghidra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taint analysis) for binary-level confirmation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evaluation to more firmware from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Karonte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the LLM on firmware-specific vulnerability patterns to reduce false positives</a:t>
            </a:r>
          </a:p>
          <a:p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9A62B8-F520-5B15-2A8D-BE9D37AE9D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769" y="0"/>
            <a:ext cx="777230" cy="77723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B2F677B5-1272-578C-BD4E-108504B0C3C8}"/>
              </a:ext>
            </a:extLst>
          </p:cNvPr>
          <p:cNvSpPr/>
          <p:nvPr/>
        </p:nvSpPr>
        <p:spPr>
          <a:xfrm>
            <a:off x="0" y="6553199"/>
            <a:ext cx="9144000" cy="304800"/>
          </a:xfrm>
          <a:custGeom>
            <a:avLst/>
            <a:gdLst/>
            <a:ahLst/>
            <a:cxnLst/>
            <a:rect l="l" t="t" r="r" b="b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ts val="2065"/>
              </a:lnSpc>
            </a:pPr>
            <a:r>
              <a:rPr lang="en-US" dirty="0">
                <a:solidFill>
                  <a:schemeClr val="bg2"/>
                </a:solidFill>
              </a:rPr>
              <a:t>Department</a:t>
            </a:r>
            <a:r>
              <a:rPr lang="en-US" spc="-20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of</a:t>
            </a:r>
            <a:r>
              <a:rPr lang="en-US" spc="-55" dirty="0">
                <a:solidFill>
                  <a:schemeClr val="bg2"/>
                </a:solidFill>
              </a:rPr>
              <a:t> Electronics System </a:t>
            </a:r>
            <a:r>
              <a:rPr lang="en-US" spc="-10" dirty="0" err="1">
                <a:solidFill>
                  <a:schemeClr val="bg2"/>
                </a:solidFill>
              </a:rPr>
              <a:t>Engineering,IISC</a:t>
            </a:r>
            <a:r>
              <a:rPr lang="en-US" spc="-10" dirty="0">
                <a:solidFill>
                  <a:schemeClr val="bg2"/>
                </a:solidFill>
              </a:rPr>
              <a:t> </a:t>
            </a:r>
            <a:r>
              <a:rPr lang="en-US" spc="-10" dirty="0" err="1">
                <a:solidFill>
                  <a:schemeClr val="bg2"/>
                </a:solidFill>
              </a:rPr>
              <a:t>Banglore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885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260"/>
            <a:ext cx="7553959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REFERENCES</a:t>
            </a:r>
            <a:r>
              <a:rPr lang="en-US" spc="-10" dirty="0"/>
              <a:t>: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228600" y="962340"/>
            <a:ext cx="9067800" cy="1812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6985" indent="-344805" algn="just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56870" algn="l"/>
              </a:tabLst>
            </a:pPr>
            <a:r>
              <a:rPr lang="en-IN" sz="1600" dirty="0">
                <a:hlinkClick r:id="rId3"/>
              </a:rPr>
              <a:t>https://doi.org/10.48550/arXiv.2511.18438</a:t>
            </a:r>
            <a:endParaRPr lang="en-IN" sz="1600" dirty="0"/>
          </a:p>
          <a:p>
            <a:pPr marL="356870" marR="6985" indent="-344805" algn="just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56870" algn="l"/>
              </a:tabLst>
            </a:pPr>
            <a:r>
              <a:rPr lang="en-I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https://share.google/uYqG80JOnIXzRf7de</a:t>
            </a:r>
            <a:endParaRPr lang="en-IN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marR="6985" indent="-344805" algn="just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56870" algn="l"/>
              </a:tabLst>
            </a:pPr>
            <a:r>
              <a:rPr lang="en-I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https://goc.com.vn/product/rex670/</a:t>
            </a:r>
            <a:endParaRPr lang="en-IN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marR="6985" indent="-344805" algn="just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56870" algn="l"/>
              </a:tabLst>
            </a:pPr>
            <a:r>
              <a:rPr lang="en-IN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https://share.google/bkHhlAhAGn0T2w4Qj</a:t>
            </a:r>
            <a:endParaRPr lang="en-IN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6985" algn="just">
              <a:lnSpc>
                <a:spcPct val="100000"/>
              </a:lnSpc>
              <a:spcBef>
                <a:spcPts val="90"/>
              </a:spcBef>
              <a:tabLst>
                <a:tab pos="356870" algn="l"/>
              </a:tabLst>
            </a:pPr>
            <a:endParaRPr lang="en-IN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marR="6985" indent="-344805" algn="just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56870" algn="l"/>
              </a:tabLst>
            </a:pPr>
            <a:endParaRPr lang="en-IN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marR="6985" indent="-344805" algn="just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356870" algn="l"/>
              </a:tabLst>
            </a:pPr>
            <a:endParaRPr lang="en-US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spc="-10"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dirty="0"/>
              <a:t>NIT</a:t>
            </a:r>
            <a:r>
              <a:rPr spc="-65" dirty="0"/>
              <a:t> </a:t>
            </a:r>
            <a:r>
              <a:rPr spc="-10" dirty="0"/>
              <a:t>Raipur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F7345F-45C7-F1E5-E090-28E497664D2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769" y="0"/>
            <a:ext cx="777230" cy="77723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2CE482E9-2F4D-6407-EE6A-050E68F9BE76}"/>
              </a:ext>
            </a:extLst>
          </p:cNvPr>
          <p:cNvSpPr/>
          <p:nvPr/>
        </p:nvSpPr>
        <p:spPr>
          <a:xfrm>
            <a:off x="-1" y="6539844"/>
            <a:ext cx="9144000" cy="304800"/>
          </a:xfrm>
          <a:custGeom>
            <a:avLst/>
            <a:gdLst/>
            <a:ahLst/>
            <a:cxnLst/>
            <a:rect l="l" t="t" r="r" b="b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ts val="2065"/>
              </a:lnSpc>
            </a:pPr>
            <a:r>
              <a:rPr lang="en-US" dirty="0">
                <a:solidFill>
                  <a:schemeClr val="bg2"/>
                </a:solidFill>
              </a:rPr>
              <a:t>Department</a:t>
            </a:r>
            <a:r>
              <a:rPr lang="en-US" spc="-20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of</a:t>
            </a:r>
            <a:r>
              <a:rPr lang="en-US" spc="-55" dirty="0">
                <a:solidFill>
                  <a:schemeClr val="bg2"/>
                </a:solidFill>
              </a:rPr>
              <a:t> Electronics System </a:t>
            </a:r>
            <a:r>
              <a:rPr lang="en-US" spc="-10" dirty="0" err="1">
                <a:solidFill>
                  <a:schemeClr val="bg2"/>
                </a:solidFill>
              </a:rPr>
              <a:t>Engineering,IISC</a:t>
            </a:r>
            <a:r>
              <a:rPr lang="en-US" spc="-10" dirty="0">
                <a:solidFill>
                  <a:schemeClr val="bg2"/>
                </a:solidFill>
              </a:rPr>
              <a:t> </a:t>
            </a:r>
            <a:r>
              <a:rPr lang="en-US" spc="-10" dirty="0" err="1">
                <a:solidFill>
                  <a:schemeClr val="bg2"/>
                </a:solidFill>
              </a:rPr>
              <a:t>Banglore</a:t>
            </a:r>
            <a:endParaRPr 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1792223"/>
            <a:ext cx="6629400" cy="3276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Computer</a:t>
            </a:r>
            <a:r>
              <a:rPr spc="-25" dirty="0"/>
              <a:t> </a:t>
            </a:r>
            <a:r>
              <a:rPr spc="-10" dirty="0"/>
              <a:t>Science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Engineering,</a:t>
            </a:r>
            <a:r>
              <a:rPr spc="-30" dirty="0"/>
              <a:t> </a:t>
            </a:r>
            <a:r>
              <a:rPr dirty="0"/>
              <a:t>NIT</a:t>
            </a:r>
            <a:r>
              <a:rPr spc="-65" dirty="0"/>
              <a:t> </a:t>
            </a:r>
            <a:r>
              <a:rPr spc="-10" dirty="0"/>
              <a:t>Raipur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CB9FB1-5C17-A09B-642A-ED73EE2A33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768" y="-1"/>
            <a:ext cx="777231" cy="7772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3BA4535C-1D3B-047B-428A-6E0133B75D97}"/>
              </a:ext>
            </a:extLst>
          </p:cNvPr>
          <p:cNvSpPr/>
          <p:nvPr/>
        </p:nvSpPr>
        <p:spPr>
          <a:xfrm>
            <a:off x="-1" y="6539844"/>
            <a:ext cx="9144000" cy="304800"/>
          </a:xfrm>
          <a:custGeom>
            <a:avLst/>
            <a:gdLst/>
            <a:ahLst/>
            <a:cxnLst/>
            <a:rect l="l" t="t" r="r" b="b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ts val="2065"/>
              </a:lnSpc>
            </a:pPr>
            <a:r>
              <a:rPr lang="en-US" dirty="0">
                <a:solidFill>
                  <a:schemeClr val="bg2"/>
                </a:solidFill>
              </a:rPr>
              <a:t>Department</a:t>
            </a:r>
            <a:r>
              <a:rPr lang="en-US" spc="-20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of</a:t>
            </a:r>
            <a:r>
              <a:rPr lang="en-US" spc="-55" dirty="0">
                <a:solidFill>
                  <a:schemeClr val="bg2"/>
                </a:solidFill>
              </a:rPr>
              <a:t> Electronics System </a:t>
            </a:r>
            <a:r>
              <a:rPr lang="en-US" spc="-10" dirty="0" err="1">
                <a:solidFill>
                  <a:schemeClr val="bg2"/>
                </a:solidFill>
              </a:rPr>
              <a:t>Engineering,IISC</a:t>
            </a:r>
            <a:r>
              <a:rPr lang="en-US" spc="-10" dirty="0">
                <a:solidFill>
                  <a:schemeClr val="bg2"/>
                </a:solidFill>
              </a:rPr>
              <a:t> </a:t>
            </a:r>
            <a:r>
              <a:rPr lang="en-US" spc="-10" dirty="0" err="1">
                <a:solidFill>
                  <a:schemeClr val="bg2"/>
                </a:solidFill>
              </a:rPr>
              <a:t>Banglore</a:t>
            </a:r>
            <a:endParaRPr 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3781</TotalTime>
  <Words>1687</Words>
  <Application>Microsoft Office PowerPoint</Application>
  <PresentationFormat>On-screen Show (4:3)</PresentationFormat>
  <Paragraphs>200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quote-cjk-patch</vt:lpstr>
      <vt:lpstr>Times New Roman</vt:lpstr>
      <vt:lpstr>Wingdings</vt:lpstr>
      <vt:lpstr>Office Theme</vt:lpstr>
      <vt:lpstr>PROJECT PRESENTATION ON</vt:lpstr>
      <vt:lpstr>CONTENT:</vt:lpstr>
      <vt:lpstr>INTRODUCTION:</vt:lpstr>
      <vt:lpstr>MOTIVATION:</vt:lpstr>
      <vt:lpstr>OBJECTIVE &amp; PROBLEM STATEMENT:</vt:lpstr>
      <vt:lpstr>LITERATURE SURVEY:</vt:lpstr>
      <vt:lpstr>FIRMWARE IMAGES:</vt:lpstr>
      <vt:lpstr>FIRMWAREIMAGE1:TP-LINKTL-WR845N:</vt:lpstr>
      <vt:lpstr>FIRMWARE IMAGE 2:GE_B30</vt:lpstr>
      <vt:lpstr>FIRMWARE IMAGE 3:REx670</vt:lpstr>
      <vt:lpstr>PowerPoint Presentation</vt:lpstr>
      <vt:lpstr>PowerPoint Presentation</vt:lpstr>
      <vt:lpstr>PowerPoint Presentation</vt:lpstr>
      <vt:lpstr>METHODOLOGY:</vt:lpstr>
      <vt:lpstr>RESULTS ANALYIS &amp; PERFORMANCE EVALUATION:</vt:lpstr>
      <vt:lpstr>CONCLUSION AND FUTURESCOPE: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charitha kumavath</dc:creator>
  <cp:lastModifiedBy>charitha kumavath</cp:lastModifiedBy>
  <cp:revision>61</cp:revision>
  <dcterms:created xsi:type="dcterms:W3CDTF">2025-11-28T06:28:07Z</dcterms:created>
  <dcterms:modified xsi:type="dcterms:W3CDTF">2026-05-15T12:55:27Z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2025-11-28T00:00:00Z</vt:filetime>
  </property>
  <property fmtid="{D5CDD505-2E9C-101B-9397-08002B2CF9AE}" pid="5" name="Producer">
    <vt:lpwstr>www.ilovepdf.com</vt:lpwstr>
  </property>
</Properties>
</file>